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59" r:id="rId5"/>
    <p:sldId id="257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CC4A3B-47D9-4371-BC13-323FD98FD82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B5D6D95-5719-4DFC-95BB-FE8C98ADAE70}">
      <dgm:prSet/>
      <dgm:spPr/>
      <dgm:t>
        <a:bodyPr/>
        <a:lstStyle/>
        <a:p>
          <a:r>
            <a:rPr lang="en-US"/>
            <a:t>Ecommerce – Electronic Marketing</a:t>
          </a:r>
        </a:p>
      </dgm:t>
    </dgm:pt>
    <dgm:pt modelId="{A743EECB-C7CA-4784-8317-D7B7FA2BC271}" type="parTrans" cxnId="{AAB4B956-2A5C-4ADA-8BA2-E5CD4121F9AC}">
      <dgm:prSet/>
      <dgm:spPr/>
      <dgm:t>
        <a:bodyPr/>
        <a:lstStyle/>
        <a:p>
          <a:endParaRPr lang="en-US"/>
        </a:p>
      </dgm:t>
    </dgm:pt>
    <dgm:pt modelId="{16043F75-BF45-4EEA-B1F9-E44E00C6C5BB}" type="sibTrans" cxnId="{AAB4B956-2A5C-4ADA-8BA2-E5CD4121F9AC}">
      <dgm:prSet/>
      <dgm:spPr/>
      <dgm:t>
        <a:bodyPr/>
        <a:lstStyle/>
        <a:p>
          <a:endParaRPr lang="en-US"/>
        </a:p>
      </dgm:t>
    </dgm:pt>
    <dgm:pt modelId="{5BE6ADC5-9055-46AF-866E-A20A9B4BDD93}">
      <dgm:prSet/>
      <dgm:spPr/>
      <dgm:t>
        <a:bodyPr/>
        <a:lstStyle/>
        <a:p>
          <a:r>
            <a:rPr lang="en-US"/>
            <a:t>Types: B2B, B2C, C2C etc.</a:t>
          </a:r>
        </a:p>
      </dgm:t>
    </dgm:pt>
    <dgm:pt modelId="{2E383F7D-FFB0-462D-AA9D-32AD73A09E77}" type="parTrans" cxnId="{30796DFB-A711-4670-B2B3-5E9BBCE4C954}">
      <dgm:prSet/>
      <dgm:spPr/>
      <dgm:t>
        <a:bodyPr/>
        <a:lstStyle/>
        <a:p>
          <a:endParaRPr lang="en-US"/>
        </a:p>
      </dgm:t>
    </dgm:pt>
    <dgm:pt modelId="{B8F1EEF5-7332-4DAB-8AB9-1F50D469DD24}" type="sibTrans" cxnId="{30796DFB-A711-4670-B2B3-5E9BBCE4C954}">
      <dgm:prSet/>
      <dgm:spPr/>
      <dgm:t>
        <a:bodyPr/>
        <a:lstStyle/>
        <a:p>
          <a:endParaRPr lang="en-US"/>
        </a:p>
      </dgm:t>
    </dgm:pt>
    <dgm:pt modelId="{051FC9CB-9AC8-4BEB-A84C-600FC75AD47E}">
      <dgm:prSet/>
      <dgm:spPr/>
      <dgm:t>
        <a:bodyPr/>
        <a:lstStyle/>
        <a:p>
          <a:r>
            <a:rPr lang="en-US"/>
            <a:t>WebApp for purchasing Wood Pressed Oils</a:t>
          </a:r>
        </a:p>
      </dgm:t>
    </dgm:pt>
    <dgm:pt modelId="{4C82CEF8-2EA1-42E8-8616-6F68C0ABAC5F}" type="parTrans" cxnId="{215B40A4-D877-4F4C-9D11-0A11D283A1BF}">
      <dgm:prSet/>
      <dgm:spPr/>
      <dgm:t>
        <a:bodyPr/>
        <a:lstStyle/>
        <a:p>
          <a:endParaRPr lang="en-US"/>
        </a:p>
      </dgm:t>
    </dgm:pt>
    <dgm:pt modelId="{75496CB5-1AE0-4E83-B7CC-A8453604282B}" type="sibTrans" cxnId="{215B40A4-D877-4F4C-9D11-0A11D283A1BF}">
      <dgm:prSet/>
      <dgm:spPr/>
      <dgm:t>
        <a:bodyPr/>
        <a:lstStyle/>
        <a:p>
          <a:endParaRPr lang="en-US"/>
        </a:p>
      </dgm:t>
    </dgm:pt>
    <dgm:pt modelId="{11DB382D-D4A9-4C26-8278-6789C65558EC}" type="pres">
      <dgm:prSet presAssocID="{27CC4A3B-47D9-4371-BC13-323FD98FD82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3C8B488-BF67-473D-B451-48C81B8247D2}" type="pres">
      <dgm:prSet presAssocID="{BB5D6D95-5719-4DFC-95BB-FE8C98ADAE70}" presName="hierRoot1" presStyleCnt="0"/>
      <dgm:spPr/>
    </dgm:pt>
    <dgm:pt modelId="{29D91C1C-349A-4184-9D53-328476E9B0A5}" type="pres">
      <dgm:prSet presAssocID="{BB5D6D95-5719-4DFC-95BB-FE8C98ADAE70}" presName="composite" presStyleCnt="0"/>
      <dgm:spPr/>
    </dgm:pt>
    <dgm:pt modelId="{B3815E73-1187-4EDE-AD1C-14D3C3DE6AD1}" type="pres">
      <dgm:prSet presAssocID="{BB5D6D95-5719-4DFC-95BB-FE8C98ADAE70}" presName="background" presStyleLbl="node0" presStyleIdx="0" presStyleCnt="3"/>
      <dgm:spPr/>
    </dgm:pt>
    <dgm:pt modelId="{552E67D2-62DA-46EC-9590-1F059DE94DC6}" type="pres">
      <dgm:prSet presAssocID="{BB5D6D95-5719-4DFC-95BB-FE8C98ADAE70}" presName="text" presStyleLbl="fgAcc0" presStyleIdx="0" presStyleCnt="3">
        <dgm:presLayoutVars>
          <dgm:chPref val="3"/>
        </dgm:presLayoutVars>
      </dgm:prSet>
      <dgm:spPr/>
    </dgm:pt>
    <dgm:pt modelId="{0E0F055B-55B9-4CDD-A4B2-4B908B690E51}" type="pres">
      <dgm:prSet presAssocID="{BB5D6D95-5719-4DFC-95BB-FE8C98ADAE70}" presName="hierChild2" presStyleCnt="0"/>
      <dgm:spPr/>
    </dgm:pt>
    <dgm:pt modelId="{EE0C8071-FC8D-45DB-B5B3-757FCC3157BB}" type="pres">
      <dgm:prSet presAssocID="{5BE6ADC5-9055-46AF-866E-A20A9B4BDD93}" presName="hierRoot1" presStyleCnt="0"/>
      <dgm:spPr/>
    </dgm:pt>
    <dgm:pt modelId="{C94C9440-75CB-4A88-B6A0-68F8DD046407}" type="pres">
      <dgm:prSet presAssocID="{5BE6ADC5-9055-46AF-866E-A20A9B4BDD93}" presName="composite" presStyleCnt="0"/>
      <dgm:spPr/>
    </dgm:pt>
    <dgm:pt modelId="{02132771-BD8A-4F90-9769-7E7FE195E4E1}" type="pres">
      <dgm:prSet presAssocID="{5BE6ADC5-9055-46AF-866E-A20A9B4BDD93}" presName="background" presStyleLbl="node0" presStyleIdx="1" presStyleCnt="3"/>
      <dgm:spPr/>
    </dgm:pt>
    <dgm:pt modelId="{D1ADDE9F-1861-45D9-9DA3-4EEBC2EB21C7}" type="pres">
      <dgm:prSet presAssocID="{5BE6ADC5-9055-46AF-866E-A20A9B4BDD93}" presName="text" presStyleLbl="fgAcc0" presStyleIdx="1" presStyleCnt="3">
        <dgm:presLayoutVars>
          <dgm:chPref val="3"/>
        </dgm:presLayoutVars>
      </dgm:prSet>
      <dgm:spPr/>
    </dgm:pt>
    <dgm:pt modelId="{88324506-94C7-4170-ADF0-18DD4E12F36B}" type="pres">
      <dgm:prSet presAssocID="{5BE6ADC5-9055-46AF-866E-A20A9B4BDD93}" presName="hierChild2" presStyleCnt="0"/>
      <dgm:spPr/>
    </dgm:pt>
    <dgm:pt modelId="{FF944A75-C55C-44FC-BE0E-476EF1639918}" type="pres">
      <dgm:prSet presAssocID="{051FC9CB-9AC8-4BEB-A84C-600FC75AD47E}" presName="hierRoot1" presStyleCnt="0"/>
      <dgm:spPr/>
    </dgm:pt>
    <dgm:pt modelId="{2CB3929B-B693-4201-AFF9-59CDF977A62C}" type="pres">
      <dgm:prSet presAssocID="{051FC9CB-9AC8-4BEB-A84C-600FC75AD47E}" presName="composite" presStyleCnt="0"/>
      <dgm:spPr/>
    </dgm:pt>
    <dgm:pt modelId="{6C46D055-99B0-4C28-BBCA-5EC9F784C8BB}" type="pres">
      <dgm:prSet presAssocID="{051FC9CB-9AC8-4BEB-A84C-600FC75AD47E}" presName="background" presStyleLbl="node0" presStyleIdx="2" presStyleCnt="3"/>
      <dgm:spPr/>
    </dgm:pt>
    <dgm:pt modelId="{BC1030F2-B590-499E-8F5F-A67BD942340E}" type="pres">
      <dgm:prSet presAssocID="{051FC9CB-9AC8-4BEB-A84C-600FC75AD47E}" presName="text" presStyleLbl="fgAcc0" presStyleIdx="2" presStyleCnt="3">
        <dgm:presLayoutVars>
          <dgm:chPref val="3"/>
        </dgm:presLayoutVars>
      </dgm:prSet>
      <dgm:spPr/>
    </dgm:pt>
    <dgm:pt modelId="{C4297A3F-3DB4-4998-895D-0B6F50616C1A}" type="pres">
      <dgm:prSet presAssocID="{051FC9CB-9AC8-4BEB-A84C-600FC75AD47E}" presName="hierChild2" presStyleCnt="0"/>
      <dgm:spPr/>
    </dgm:pt>
  </dgm:ptLst>
  <dgm:cxnLst>
    <dgm:cxn modelId="{07A74E13-370E-44E7-B88B-16877648C0CE}" type="presOf" srcId="{051FC9CB-9AC8-4BEB-A84C-600FC75AD47E}" destId="{BC1030F2-B590-499E-8F5F-A67BD942340E}" srcOrd="0" destOrd="0" presId="urn:microsoft.com/office/officeart/2005/8/layout/hierarchy1"/>
    <dgm:cxn modelId="{0A3E5532-2482-43FA-B6BE-290320A60844}" type="presOf" srcId="{5BE6ADC5-9055-46AF-866E-A20A9B4BDD93}" destId="{D1ADDE9F-1861-45D9-9DA3-4EEBC2EB21C7}" srcOrd="0" destOrd="0" presId="urn:microsoft.com/office/officeart/2005/8/layout/hierarchy1"/>
    <dgm:cxn modelId="{6C91AE5C-2474-4060-94B9-2CE328CC5DF5}" type="presOf" srcId="{27CC4A3B-47D9-4371-BC13-323FD98FD82C}" destId="{11DB382D-D4A9-4C26-8278-6789C65558EC}" srcOrd="0" destOrd="0" presId="urn:microsoft.com/office/officeart/2005/8/layout/hierarchy1"/>
    <dgm:cxn modelId="{AAB4B956-2A5C-4ADA-8BA2-E5CD4121F9AC}" srcId="{27CC4A3B-47D9-4371-BC13-323FD98FD82C}" destId="{BB5D6D95-5719-4DFC-95BB-FE8C98ADAE70}" srcOrd="0" destOrd="0" parTransId="{A743EECB-C7CA-4784-8317-D7B7FA2BC271}" sibTransId="{16043F75-BF45-4EEA-B1F9-E44E00C6C5BB}"/>
    <dgm:cxn modelId="{A24DB792-0ED0-48AE-A490-C1F4DBEA1825}" type="presOf" srcId="{BB5D6D95-5719-4DFC-95BB-FE8C98ADAE70}" destId="{552E67D2-62DA-46EC-9590-1F059DE94DC6}" srcOrd="0" destOrd="0" presId="urn:microsoft.com/office/officeart/2005/8/layout/hierarchy1"/>
    <dgm:cxn modelId="{215B40A4-D877-4F4C-9D11-0A11D283A1BF}" srcId="{27CC4A3B-47D9-4371-BC13-323FD98FD82C}" destId="{051FC9CB-9AC8-4BEB-A84C-600FC75AD47E}" srcOrd="2" destOrd="0" parTransId="{4C82CEF8-2EA1-42E8-8616-6F68C0ABAC5F}" sibTransId="{75496CB5-1AE0-4E83-B7CC-A8453604282B}"/>
    <dgm:cxn modelId="{30796DFB-A711-4670-B2B3-5E9BBCE4C954}" srcId="{27CC4A3B-47D9-4371-BC13-323FD98FD82C}" destId="{5BE6ADC5-9055-46AF-866E-A20A9B4BDD93}" srcOrd="1" destOrd="0" parTransId="{2E383F7D-FFB0-462D-AA9D-32AD73A09E77}" sibTransId="{B8F1EEF5-7332-4DAB-8AB9-1F50D469DD24}"/>
    <dgm:cxn modelId="{6100758B-E824-481A-B2C9-A0539AE4C69B}" type="presParOf" srcId="{11DB382D-D4A9-4C26-8278-6789C65558EC}" destId="{63C8B488-BF67-473D-B451-48C81B8247D2}" srcOrd="0" destOrd="0" presId="urn:microsoft.com/office/officeart/2005/8/layout/hierarchy1"/>
    <dgm:cxn modelId="{183DD583-A08B-4157-8DFC-B1F63183F100}" type="presParOf" srcId="{63C8B488-BF67-473D-B451-48C81B8247D2}" destId="{29D91C1C-349A-4184-9D53-328476E9B0A5}" srcOrd="0" destOrd="0" presId="urn:microsoft.com/office/officeart/2005/8/layout/hierarchy1"/>
    <dgm:cxn modelId="{E8C7C8EF-E8C6-4F48-8F40-35AD805B5D4B}" type="presParOf" srcId="{29D91C1C-349A-4184-9D53-328476E9B0A5}" destId="{B3815E73-1187-4EDE-AD1C-14D3C3DE6AD1}" srcOrd="0" destOrd="0" presId="urn:microsoft.com/office/officeart/2005/8/layout/hierarchy1"/>
    <dgm:cxn modelId="{CB333131-4D6A-47AF-AA47-7A3AEB7D0523}" type="presParOf" srcId="{29D91C1C-349A-4184-9D53-328476E9B0A5}" destId="{552E67D2-62DA-46EC-9590-1F059DE94DC6}" srcOrd="1" destOrd="0" presId="urn:microsoft.com/office/officeart/2005/8/layout/hierarchy1"/>
    <dgm:cxn modelId="{6F5B1AA3-F652-421E-AEBF-F327D3B8A354}" type="presParOf" srcId="{63C8B488-BF67-473D-B451-48C81B8247D2}" destId="{0E0F055B-55B9-4CDD-A4B2-4B908B690E51}" srcOrd="1" destOrd="0" presId="urn:microsoft.com/office/officeart/2005/8/layout/hierarchy1"/>
    <dgm:cxn modelId="{35C3C3A4-53BF-40B8-B832-F32540646CCC}" type="presParOf" srcId="{11DB382D-D4A9-4C26-8278-6789C65558EC}" destId="{EE0C8071-FC8D-45DB-B5B3-757FCC3157BB}" srcOrd="1" destOrd="0" presId="urn:microsoft.com/office/officeart/2005/8/layout/hierarchy1"/>
    <dgm:cxn modelId="{9A69FCDD-909B-42CD-A942-66BEAD129278}" type="presParOf" srcId="{EE0C8071-FC8D-45DB-B5B3-757FCC3157BB}" destId="{C94C9440-75CB-4A88-B6A0-68F8DD046407}" srcOrd="0" destOrd="0" presId="urn:microsoft.com/office/officeart/2005/8/layout/hierarchy1"/>
    <dgm:cxn modelId="{A2143814-50C1-4B1F-8EFB-89DA3B16AFD6}" type="presParOf" srcId="{C94C9440-75CB-4A88-B6A0-68F8DD046407}" destId="{02132771-BD8A-4F90-9769-7E7FE195E4E1}" srcOrd="0" destOrd="0" presId="urn:microsoft.com/office/officeart/2005/8/layout/hierarchy1"/>
    <dgm:cxn modelId="{9E76516B-07AC-419B-87F5-AF747EF01905}" type="presParOf" srcId="{C94C9440-75CB-4A88-B6A0-68F8DD046407}" destId="{D1ADDE9F-1861-45D9-9DA3-4EEBC2EB21C7}" srcOrd="1" destOrd="0" presId="urn:microsoft.com/office/officeart/2005/8/layout/hierarchy1"/>
    <dgm:cxn modelId="{882599B2-89C1-4A35-9B1E-CC7823C16EC6}" type="presParOf" srcId="{EE0C8071-FC8D-45DB-B5B3-757FCC3157BB}" destId="{88324506-94C7-4170-ADF0-18DD4E12F36B}" srcOrd="1" destOrd="0" presId="urn:microsoft.com/office/officeart/2005/8/layout/hierarchy1"/>
    <dgm:cxn modelId="{847E4F68-4950-4447-81D1-DCA68B915D91}" type="presParOf" srcId="{11DB382D-D4A9-4C26-8278-6789C65558EC}" destId="{FF944A75-C55C-44FC-BE0E-476EF1639918}" srcOrd="2" destOrd="0" presId="urn:microsoft.com/office/officeart/2005/8/layout/hierarchy1"/>
    <dgm:cxn modelId="{56CFD0CB-55E5-4D23-B5A8-814A977CA943}" type="presParOf" srcId="{FF944A75-C55C-44FC-BE0E-476EF1639918}" destId="{2CB3929B-B693-4201-AFF9-59CDF977A62C}" srcOrd="0" destOrd="0" presId="urn:microsoft.com/office/officeart/2005/8/layout/hierarchy1"/>
    <dgm:cxn modelId="{6B439936-02D9-41FE-9355-3BD511572EB5}" type="presParOf" srcId="{2CB3929B-B693-4201-AFF9-59CDF977A62C}" destId="{6C46D055-99B0-4C28-BBCA-5EC9F784C8BB}" srcOrd="0" destOrd="0" presId="urn:microsoft.com/office/officeart/2005/8/layout/hierarchy1"/>
    <dgm:cxn modelId="{4152F570-02B6-4E21-ADA8-BD01C0C53681}" type="presParOf" srcId="{2CB3929B-B693-4201-AFF9-59CDF977A62C}" destId="{BC1030F2-B590-499E-8F5F-A67BD942340E}" srcOrd="1" destOrd="0" presId="urn:microsoft.com/office/officeart/2005/8/layout/hierarchy1"/>
    <dgm:cxn modelId="{18952184-BC1F-40D6-A881-2C67444CFA61}" type="presParOf" srcId="{FF944A75-C55C-44FC-BE0E-476EF1639918}" destId="{C4297A3F-3DB4-4998-895D-0B6F50616C1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0AEEB2-5657-442E-8118-59F299990D7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B9DA2C5-2811-42DA-B81D-C963C5A39B3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Frontend: React</a:t>
          </a:r>
        </a:p>
      </dgm:t>
    </dgm:pt>
    <dgm:pt modelId="{FAA5F218-A51B-42A7-A9B2-CE93DEBF07C3}" type="parTrans" cxnId="{4C101A15-CF4F-444D-AA6C-F233567AC21E}">
      <dgm:prSet/>
      <dgm:spPr/>
      <dgm:t>
        <a:bodyPr/>
        <a:lstStyle/>
        <a:p>
          <a:endParaRPr lang="en-US"/>
        </a:p>
      </dgm:t>
    </dgm:pt>
    <dgm:pt modelId="{4C21C3A0-CF7A-47C2-8DE3-E020C5904326}" type="sibTrans" cxnId="{4C101A15-CF4F-444D-AA6C-F233567AC21E}">
      <dgm:prSet/>
      <dgm:spPr/>
      <dgm:t>
        <a:bodyPr/>
        <a:lstStyle/>
        <a:p>
          <a:endParaRPr lang="en-US"/>
        </a:p>
      </dgm:t>
    </dgm:pt>
    <dgm:pt modelId="{D4202CBD-9140-4758-8E1E-7155BBA0F0B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Backend: Spring boot</a:t>
          </a:r>
        </a:p>
      </dgm:t>
    </dgm:pt>
    <dgm:pt modelId="{1127FFBC-1C9A-42B6-A468-1DF443037C95}" type="parTrans" cxnId="{567ED493-E5D4-467F-9B91-75686EB71E06}">
      <dgm:prSet/>
      <dgm:spPr/>
      <dgm:t>
        <a:bodyPr/>
        <a:lstStyle/>
        <a:p>
          <a:endParaRPr lang="en-US"/>
        </a:p>
      </dgm:t>
    </dgm:pt>
    <dgm:pt modelId="{16EE6874-DB06-4F8D-B948-6ED97A045D8F}" type="sibTrans" cxnId="{567ED493-E5D4-467F-9B91-75686EB71E06}">
      <dgm:prSet/>
      <dgm:spPr/>
      <dgm:t>
        <a:bodyPr/>
        <a:lstStyle/>
        <a:p>
          <a:endParaRPr lang="en-US"/>
        </a:p>
      </dgm:t>
    </dgm:pt>
    <dgm:pt modelId="{9740798A-3563-4A0A-BD48-FF7527A8856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Database: PostgreSQL</a:t>
          </a:r>
        </a:p>
      </dgm:t>
    </dgm:pt>
    <dgm:pt modelId="{9C9E6601-B4B8-4187-9B82-E8C4FD3A6B9B}" type="parTrans" cxnId="{D1CDB7DB-275E-478E-B8CC-DE87C3E38E3F}">
      <dgm:prSet/>
      <dgm:spPr/>
      <dgm:t>
        <a:bodyPr/>
        <a:lstStyle/>
        <a:p>
          <a:endParaRPr lang="en-US"/>
        </a:p>
      </dgm:t>
    </dgm:pt>
    <dgm:pt modelId="{CFCB9496-D7CB-4F47-B436-B7D2E19C0ACD}" type="sibTrans" cxnId="{D1CDB7DB-275E-478E-B8CC-DE87C3E38E3F}">
      <dgm:prSet/>
      <dgm:spPr/>
      <dgm:t>
        <a:bodyPr/>
        <a:lstStyle/>
        <a:p>
          <a:endParaRPr lang="en-US"/>
        </a:p>
      </dgm:t>
    </dgm:pt>
    <dgm:pt modelId="{E60BADEB-65EC-4128-BB90-0DB0C56911C0}" type="pres">
      <dgm:prSet presAssocID="{B70AEEB2-5657-442E-8118-59F299990D78}" presName="root" presStyleCnt="0">
        <dgm:presLayoutVars>
          <dgm:dir/>
          <dgm:resizeHandles val="exact"/>
        </dgm:presLayoutVars>
      </dgm:prSet>
      <dgm:spPr/>
    </dgm:pt>
    <dgm:pt modelId="{7935E995-E8DF-4F79-88EC-5B40E79D970D}" type="pres">
      <dgm:prSet presAssocID="{5B9DA2C5-2811-42DA-B81D-C963C5A39B39}" presName="compNode" presStyleCnt="0"/>
      <dgm:spPr/>
    </dgm:pt>
    <dgm:pt modelId="{AFF57E26-BA1C-45AB-8BB0-63B7485E520A}" type="pres">
      <dgm:prSet presAssocID="{5B9DA2C5-2811-42DA-B81D-C963C5A39B39}" presName="iconBgRect" presStyleLbl="bgShp" presStyleIdx="0" presStyleCnt="3"/>
      <dgm:spPr/>
    </dgm:pt>
    <dgm:pt modelId="{4B38ADCA-BD40-4CB3-844C-8ACA35AAD100}" type="pres">
      <dgm:prSet presAssocID="{5B9DA2C5-2811-42DA-B81D-C963C5A39B3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lamation Mark"/>
        </a:ext>
      </dgm:extLst>
    </dgm:pt>
    <dgm:pt modelId="{927DBE64-8D0C-436E-A55A-95AFDF702E86}" type="pres">
      <dgm:prSet presAssocID="{5B9DA2C5-2811-42DA-B81D-C963C5A39B39}" presName="spaceRect" presStyleCnt="0"/>
      <dgm:spPr/>
    </dgm:pt>
    <dgm:pt modelId="{F3E79BB3-4A13-4C45-B5B0-E60C68321E7F}" type="pres">
      <dgm:prSet presAssocID="{5B9DA2C5-2811-42DA-B81D-C963C5A39B39}" presName="textRect" presStyleLbl="revTx" presStyleIdx="0" presStyleCnt="3">
        <dgm:presLayoutVars>
          <dgm:chMax val="1"/>
          <dgm:chPref val="1"/>
        </dgm:presLayoutVars>
      </dgm:prSet>
      <dgm:spPr/>
    </dgm:pt>
    <dgm:pt modelId="{BE76CE5F-A861-455A-BCF0-8A83459786BE}" type="pres">
      <dgm:prSet presAssocID="{4C21C3A0-CF7A-47C2-8DE3-E020C5904326}" presName="sibTrans" presStyleCnt="0"/>
      <dgm:spPr/>
    </dgm:pt>
    <dgm:pt modelId="{107BDF6D-C9B3-4B1E-86F0-17D05ABFE784}" type="pres">
      <dgm:prSet presAssocID="{D4202CBD-9140-4758-8E1E-7155BBA0F0BD}" presName="compNode" presStyleCnt="0"/>
      <dgm:spPr/>
    </dgm:pt>
    <dgm:pt modelId="{FE4132C2-E412-4EA9-99ED-77DCACBD0582}" type="pres">
      <dgm:prSet presAssocID="{D4202CBD-9140-4758-8E1E-7155BBA0F0BD}" presName="iconBgRect" presStyleLbl="bgShp" presStyleIdx="1" presStyleCnt="3"/>
      <dgm:spPr/>
    </dgm:pt>
    <dgm:pt modelId="{B69B09D8-7EBE-4883-AE83-C90BC78D28DF}" type="pres">
      <dgm:prSet presAssocID="{D4202CBD-9140-4758-8E1E-7155BBA0F0B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8BD8574-4540-46E4-BFC0-320C8CAEEF3A}" type="pres">
      <dgm:prSet presAssocID="{D4202CBD-9140-4758-8E1E-7155BBA0F0BD}" presName="spaceRect" presStyleCnt="0"/>
      <dgm:spPr/>
    </dgm:pt>
    <dgm:pt modelId="{1A6573F4-5674-484A-B84E-DB5C01A6A09C}" type="pres">
      <dgm:prSet presAssocID="{D4202CBD-9140-4758-8E1E-7155BBA0F0BD}" presName="textRect" presStyleLbl="revTx" presStyleIdx="1" presStyleCnt="3">
        <dgm:presLayoutVars>
          <dgm:chMax val="1"/>
          <dgm:chPref val="1"/>
        </dgm:presLayoutVars>
      </dgm:prSet>
      <dgm:spPr/>
    </dgm:pt>
    <dgm:pt modelId="{C809A0E2-9AA8-4913-904B-3872AFEC1604}" type="pres">
      <dgm:prSet presAssocID="{16EE6874-DB06-4F8D-B948-6ED97A045D8F}" presName="sibTrans" presStyleCnt="0"/>
      <dgm:spPr/>
    </dgm:pt>
    <dgm:pt modelId="{7EB19770-4422-4956-B86D-69856816D274}" type="pres">
      <dgm:prSet presAssocID="{9740798A-3563-4A0A-BD48-FF7527A8856C}" presName="compNode" presStyleCnt="0"/>
      <dgm:spPr/>
    </dgm:pt>
    <dgm:pt modelId="{ACF091B1-CF6C-40DF-B550-27A6E421D6F4}" type="pres">
      <dgm:prSet presAssocID="{9740798A-3563-4A0A-BD48-FF7527A8856C}" presName="iconBgRect" presStyleLbl="bgShp" presStyleIdx="2" presStyleCnt="3"/>
      <dgm:spPr/>
    </dgm:pt>
    <dgm:pt modelId="{61372785-6EB0-4618-AA20-543817E62AA7}" type="pres">
      <dgm:prSet presAssocID="{9740798A-3563-4A0A-BD48-FF7527A8856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87E7FFD-3AD2-4B78-B750-6757B6E84E3A}" type="pres">
      <dgm:prSet presAssocID="{9740798A-3563-4A0A-BD48-FF7527A8856C}" presName="spaceRect" presStyleCnt="0"/>
      <dgm:spPr/>
    </dgm:pt>
    <dgm:pt modelId="{791C3C2B-4B7E-4206-9AA5-03B2EF2C9757}" type="pres">
      <dgm:prSet presAssocID="{9740798A-3563-4A0A-BD48-FF7527A8856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C101A15-CF4F-444D-AA6C-F233567AC21E}" srcId="{B70AEEB2-5657-442E-8118-59F299990D78}" destId="{5B9DA2C5-2811-42DA-B81D-C963C5A39B39}" srcOrd="0" destOrd="0" parTransId="{FAA5F218-A51B-42A7-A9B2-CE93DEBF07C3}" sibTransId="{4C21C3A0-CF7A-47C2-8DE3-E020C5904326}"/>
    <dgm:cxn modelId="{567ED493-E5D4-467F-9B91-75686EB71E06}" srcId="{B70AEEB2-5657-442E-8118-59F299990D78}" destId="{D4202CBD-9140-4758-8E1E-7155BBA0F0BD}" srcOrd="1" destOrd="0" parTransId="{1127FFBC-1C9A-42B6-A468-1DF443037C95}" sibTransId="{16EE6874-DB06-4F8D-B948-6ED97A045D8F}"/>
    <dgm:cxn modelId="{671C4AB3-9029-479A-8C0E-B7E6026D0F16}" type="presOf" srcId="{5B9DA2C5-2811-42DA-B81D-C963C5A39B39}" destId="{F3E79BB3-4A13-4C45-B5B0-E60C68321E7F}" srcOrd="0" destOrd="0" presId="urn:microsoft.com/office/officeart/2018/5/layout/IconCircleLabelList"/>
    <dgm:cxn modelId="{83442CBF-E54F-48CC-A84B-5E9DBE23764B}" type="presOf" srcId="{B70AEEB2-5657-442E-8118-59F299990D78}" destId="{E60BADEB-65EC-4128-BB90-0DB0C56911C0}" srcOrd="0" destOrd="0" presId="urn:microsoft.com/office/officeart/2018/5/layout/IconCircleLabelList"/>
    <dgm:cxn modelId="{5735F7D9-3989-4C85-83F9-BC28D9E04469}" type="presOf" srcId="{D4202CBD-9140-4758-8E1E-7155BBA0F0BD}" destId="{1A6573F4-5674-484A-B84E-DB5C01A6A09C}" srcOrd="0" destOrd="0" presId="urn:microsoft.com/office/officeart/2018/5/layout/IconCircleLabelList"/>
    <dgm:cxn modelId="{D1CDB7DB-275E-478E-B8CC-DE87C3E38E3F}" srcId="{B70AEEB2-5657-442E-8118-59F299990D78}" destId="{9740798A-3563-4A0A-BD48-FF7527A8856C}" srcOrd="2" destOrd="0" parTransId="{9C9E6601-B4B8-4187-9B82-E8C4FD3A6B9B}" sibTransId="{CFCB9496-D7CB-4F47-B436-B7D2E19C0ACD}"/>
    <dgm:cxn modelId="{BBD616E8-B7CF-4E27-9B2C-27BB7848B8D7}" type="presOf" srcId="{9740798A-3563-4A0A-BD48-FF7527A8856C}" destId="{791C3C2B-4B7E-4206-9AA5-03B2EF2C9757}" srcOrd="0" destOrd="0" presId="urn:microsoft.com/office/officeart/2018/5/layout/IconCircleLabelList"/>
    <dgm:cxn modelId="{356707A2-8004-40CE-9E85-FBF82A82F654}" type="presParOf" srcId="{E60BADEB-65EC-4128-BB90-0DB0C56911C0}" destId="{7935E995-E8DF-4F79-88EC-5B40E79D970D}" srcOrd="0" destOrd="0" presId="urn:microsoft.com/office/officeart/2018/5/layout/IconCircleLabelList"/>
    <dgm:cxn modelId="{5E47E7E1-63A9-4DD6-AC2F-445BE5F55114}" type="presParOf" srcId="{7935E995-E8DF-4F79-88EC-5B40E79D970D}" destId="{AFF57E26-BA1C-45AB-8BB0-63B7485E520A}" srcOrd="0" destOrd="0" presId="urn:microsoft.com/office/officeart/2018/5/layout/IconCircleLabelList"/>
    <dgm:cxn modelId="{A73F6ACD-EE4A-48AA-AF70-55E26EB2E6B2}" type="presParOf" srcId="{7935E995-E8DF-4F79-88EC-5B40E79D970D}" destId="{4B38ADCA-BD40-4CB3-844C-8ACA35AAD100}" srcOrd="1" destOrd="0" presId="urn:microsoft.com/office/officeart/2018/5/layout/IconCircleLabelList"/>
    <dgm:cxn modelId="{2F0DC081-3620-45B7-966C-D6E31A46F4D1}" type="presParOf" srcId="{7935E995-E8DF-4F79-88EC-5B40E79D970D}" destId="{927DBE64-8D0C-436E-A55A-95AFDF702E86}" srcOrd="2" destOrd="0" presId="urn:microsoft.com/office/officeart/2018/5/layout/IconCircleLabelList"/>
    <dgm:cxn modelId="{3BC77880-93C7-499A-9EDB-CC1FA61D180D}" type="presParOf" srcId="{7935E995-E8DF-4F79-88EC-5B40E79D970D}" destId="{F3E79BB3-4A13-4C45-B5B0-E60C68321E7F}" srcOrd="3" destOrd="0" presId="urn:microsoft.com/office/officeart/2018/5/layout/IconCircleLabelList"/>
    <dgm:cxn modelId="{A5004F6E-DB5C-441C-8749-FB29CD4B4C3E}" type="presParOf" srcId="{E60BADEB-65EC-4128-BB90-0DB0C56911C0}" destId="{BE76CE5F-A861-455A-BCF0-8A83459786BE}" srcOrd="1" destOrd="0" presId="urn:microsoft.com/office/officeart/2018/5/layout/IconCircleLabelList"/>
    <dgm:cxn modelId="{23D4A3FA-D885-42C0-9721-52A37F3CE955}" type="presParOf" srcId="{E60BADEB-65EC-4128-BB90-0DB0C56911C0}" destId="{107BDF6D-C9B3-4B1E-86F0-17D05ABFE784}" srcOrd="2" destOrd="0" presId="urn:microsoft.com/office/officeart/2018/5/layout/IconCircleLabelList"/>
    <dgm:cxn modelId="{22B305DB-72AC-4641-B051-2E84ABB520B6}" type="presParOf" srcId="{107BDF6D-C9B3-4B1E-86F0-17D05ABFE784}" destId="{FE4132C2-E412-4EA9-99ED-77DCACBD0582}" srcOrd="0" destOrd="0" presId="urn:microsoft.com/office/officeart/2018/5/layout/IconCircleLabelList"/>
    <dgm:cxn modelId="{BDB1D898-1895-433A-AEAB-63ECE2826119}" type="presParOf" srcId="{107BDF6D-C9B3-4B1E-86F0-17D05ABFE784}" destId="{B69B09D8-7EBE-4883-AE83-C90BC78D28DF}" srcOrd="1" destOrd="0" presId="urn:microsoft.com/office/officeart/2018/5/layout/IconCircleLabelList"/>
    <dgm:cxn modelId="{C14CED58-C540-4215-86E3-E34D9C85861E}" type="presParOf" srcId="{107BDF6D-C9B3-4B1E-86F0-17D05ABFE784}" destId="{58BD8574-4540-46E4-BFC0-320C8CAEEF3A}" srcOrd="2" destOrd="0" presId="urn:microsoft.com/office/officeart/2018/5/layout/IconCircleLabelList"/>
    <dgm:cxn modelId="{599786FC-AE7D-43EB-94A0-80BE70360712}" type="presParOf" srcId="{107BDF6D-C9B3-4B1E-86F0-17D05ABFE784}" destId="{1A6573F4-5674-484A-B84E-DB5C01A6A09C}" srcOrd="3" destOrd="0" presId="urn:microsoft.com/office/officeart/2018/5/layout/IconCircleLabelList"/>
    <dgm:cxn modelId="{CAA257F6-48FD-4AD7-BD01-8555F7FD1614}" type="presParOf" srcId="{E60BADEB-65EC-4128-BB90-0DB0C56911C0}" destId="{C809A0E2-9AA8-4913-904B-3872AFEC1604}" srcOrd="3" destOrd="0" presId="urn:microsoft.com/office/officeart/2018/5/layout/IconCircleLabelList"/>
    <dgm:cxn modelId="{2C72E61A-E0C8-425D-AFD4-25A94A3525E7}" type="presParOf" srcId="{E60BADEB-65EC-4128-BB90-0DB0C56911C0}" destId="{7EB19770-4422-4956-B86D-69856816D274}" srcOrd="4" destOrd="0" presId="urn:microsoft.com/office/officeart/2018/5/layout/IconCircleLabelList"/>
    <dgm:cxn modelId="{AE04A42F-3B4E-4C5D-B15E-0C2968CEE5CE}" type="presParOf" srcId="{7EB19770-4422-4956-B86D-69856816D274}" destId="{ACF091B1-CF6C-40DF-B550-27A6E421D6F4}" srcOrd="0" destOrd="0" presId="urn:microsoft.com/office/officeart/2018/5/layout/IconCircleLabelList"/>
    <dgm:cxn modelId="{87DC7139-A45F-4193-97C3-093A90909B27}" type="presParOf" srcId="{7EB19770-4422-4956-B86D-69856816D274}" destId="{61372785-6EB0-4618-AA20-543817E62AA7}" srcOrd="1" destOrd="0" presId="urn:microsoft.com/office/officeart/2018/5/layout/IconCircleLabelList"/>
    <dgm:cxn modelId="{CCED16DE-C7A3-4766-888C-903F1A032D7D}" type="presParOf" srcId="{7EB19770-4422-4956-B86D-69856816D274}" destId="{287E7FFD-3AD2-4B78-B750-6757B6E84E3A}" srcOrd="2" destOrd="0" presId="urn:microsoft.com/office/officeart/2018/5/layout/IconCircleLabelList"/>
    <dgm:cxn modelId="{92B594BE-C02B-4B54-AC55-8D37090CDFDF}" type="presParOf" srcId="{7EB19770-4422-4956-B86D-69856816D274}" destId="{791C3C2B-4B7E-4206-9AA5-03B2EF2C975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9A10602-6F01-4D0B-A917-34A0FAC095E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DFAA7CA-02A3-4B2D-812A-F334619A0995}">
      <dgm:prSet/>
      <dgm:spPr/>
      <dgm:t>
        <a:bodyPr/>
        <a:lstStyle/>
        <a:p>
          <a:r>
            <a:rPr lang="en-US"/>
            <a:t>Selecting the right product</a:t>
          </a:r>
        </a:p>
      </dgm:t>
    </dgm:pt>
    <dgm:pt modelId="{D2AAE5E2-EA0A-4DB6-8804-734997759365}" type="parTrans" cxnId="{CA41F792-F5F3-4046-AC39-EBB06BA5DC8C}">
      <dgm:prSet/>
      <dgm:spPr/>
      <dgm:t>
        <a:bodyPr/>
        <a:lstStyle/>
        <a:p>
          <a:endParaRPr lang="en-US"/>
        </a:p>
      </dgm:t>
    </dgm:pt>
    <dgm:pt modelId="{2454A698-CC11-4412-BDC1-0F90090C6194}" type="sibTrans" cxnId="{CA41F792-F5F3-4046-AC39-EBB06BA5DC8C}">
      <dgm:prSet/>
      <dgm:spPr/>
      <dgm:t>
        <a:bodyPr/>
        <a:lstStyle/>
        <a:p>
          <a:endParaRPr lang="en-US"/>
        </a:p>
      </dgm:t>
    </dgm:pt>
    <dgm:pt modelId="{0A49F305-4417-4D70-8495-DF6BC97FB6A9}">
      <dgm:prSet/>
      <dgm:spPr/>
      <dgm:t>
        <a:bodyPr/>
        <a:lstStyle/>
        <a:p>
          <a:r>
            <a:rPr lang="en-US"/>
            <a:t>Add to Cart</a:t>
          </a:r>
        </a:p>
      </dgm:t>
    </dgm:pt>
    <dgm:pt modelId="{39C77395-BE77-48C7-9B3B-F4F80222F3D8}" type="parTrans" cxnId="{8CC5FC26-3717-4218-8992-807996D81E98}">
      <dgm:prSet/>
      <dgm:spPr/>
      <dgm:t>
        <a:bodyPr/>
        <a:lstStyle/>
        <a:p>
          <a:endParaRPr lang="en-US"/>
        </a:p>
      </dgm:t>
    </dgm:pt>
    <dgm:pt modelId="{554726EA-9DE0-4BC9-995C-0AE1F0D3CDD0}" type="sibTrans" cxnId="{8CC5FC26-3717-4218-8992-807996D81E98}">
      <dgm:prSet/>
      <dgm:spPr/>
      <dgm:t>
        <a:bodyPr/>
        <a:lstStyle/>
        <a:p>
          <a:endParaRPr lang="en-US"/>
        </a:p>
      </dgm:t>
    </dgm:pt>
    <dgm:pt modelId="{33BAB072-70A0-4543-8973-4EDEA9775CAA}">
      <dgm:prSet/>
      <dgm:spPr/>
      <dgm:t>
        <a:bodyPr/>
        <a:lstStyle/>
        <a:p>
          <a:r>
            <a:rPr lang="en-US"/>
            <a:t>Pay Online</a:t>
          </a:r>
        </a:p>
      </dgm:t>
    </dgm:pt>
    <dgm:pt modelId="{29CB530F-CC64-4A8A-A403-9A025DD85E17}" type="parTrans" cxnId="{BC64F5A0-57D9-40DE-9DEF-8761FDE74780}">
      <dgm:prSet/>
      <dgm:spPr/>
      <dgm:t>
        <a:bodyPr/>
        <a:lstStyle/>
        <a:p>
          <a:endParaRPr lang="en-US"/>
        </a:p>
      </dgm:t>
    </dgm:pt>
    <dgm:pt modelId="{E4A79EAB-B1D2-4398-9C2E-236587D6AED0}" type="sibTrans" cxnId="{BC64F5A0-57D9-40DE-9DEF-8761FDE74780}">
      <dgm:prSet/>
      <dgm:spPr/>
      <dgm:t>
        <a:bodyPr/>
        <a:lstStyle/>
        <a:p>
          <a:endParaRPr lang="en-US"/>
        </a:p>
      </dgm:t>
    </dgm:pt>
    <dgm:pt modelId="{EA9032A1-DE02-4D97-897E-E2484833B35B}">
      <dgm:prSet/>
      <dgm:spPr/>
      <dgm:t>
        <a:bodyPr/>
        <a:lstStyle/>
        <a:p>
          <a:r>
            <a:rPr lang="en-US" dirty="0"/>
            <a:t>Direct to Consumer</a:t>
          </a:r>
        </a:p>
      </dgm:t>
    </dgm:pt>
    <dgm:pt modelId="{AD5A3274-1EBB-45F5-AC33-A2D50C451A07}" type="parTrans" cxnId="{F81B8883-AC74-45D7-BEB7-0BD597D37257}">
      <dgm:prSet/>
      <dgm:spPr/>
      <dgm:t>
        <a:bodyPr/>
        <a:lstStyle/>
        <a:p>
          <a:endParaRPr lang="en-US"/>
        </a:p>
      </dgm:t>
    </dgm:pt>
    <dgm:pt modelId="{53CEAE00-CAE9-44E8-ABF8-3F93873B72FE}" type="sibTrans" cxnId="{F81B8883-AC74-45D7-BEB7-0BD597D37257}">
      <dgm:prSet/>
      <dgm:spPr/>
      <dgm:t>
        <a:bodyPr/>
        <a:lstStyle/>
        <a:p>
          <a:endParaRPr lang="en-US"/>
        </a:p>
      </dgm:t>
    </dgm:pt>
    <dgm:pt modelId="{6411585E-5486-4FFA-8667-3BFD7820402B}">
      <dgm:prSet/>
      <dgm:spPr/>
      <dgm:t>
        <a:bodyPr/>
        <a:lstStyle/>
        <a:p>
          <a:r>
            <a:rPr lang="en-US"/>
            <a:t>Adding new Products to sell</a:t>
          </a:r>
        </a:p>
      </dgm:t>
    </dgm:pt>
    <dgm:pt modelId="{317728A7-71CF-43AD-809D-8A006DA75BC0}" type="parTrans" cxnId="{9F1D3936-4297-4906-8230-F13648046FFF}">
      <dgm:prSet/>
      <dgm:spPr/>
      <dgm:t>
        <a:bodyPr/>
        <a:lstStyle/>
        <a:p>
          <a:endParaRPr lang="en-US"/>
        </a:p>
      </dgm:t>
    </dgm:pt>
    <dgm:pt modelId="{09DE089F-11E1-4D4B-8B04-20BB52135225}" type="sibTrans" cxnId="{9F1D3936-4297-4906-8230-F13648046FFF}">
      <dgm:prSet/>
      <dgm:spPr/>
      <dgm:t>
        <a:bodyPr/>
        <a:lstStyle/>
        <a:p>
          <a:endParaRPr lang="en-US"/>
        </a:p>
      </dgm:t>
    </dgm:pt>
    <dgm:pt modelId="{B35879CD-F04E-41D0-AD72-41A5C0FF7D04}" type="pres">
      <dgm:prSet presAssocID="{39A10602-6F01-4D0B-A917-34A0FAC095E2}" presName="vert0" presStyleCnt="0">
        <dgm:presLayoutVars>
          <dgm:dir/>
          <dgm:animOne val="branch"/>
          <dgm:animLvl val="lvl"/>
        </dgm:presLayoutVars>
      </dgm:prSet>
      <dgm:spPr/>
    </dgm:pt>
    <dgm:pt modelId="{9B5B14EA-8EB8-44D1-A0AC-25DF280C734A}" type="pres">
      <dgm:prSet presAssocID="{FDFAA7CA-02A3-4B2D-812A-F334619A0995}" presName="thickLine" presStyleLbl="alignNode1" presStyleIdx="0" presStyleCnt="5"/>
      <dgm:spPr/>
    </dgm:pt>
    <dgm:pt modelId="{20103A40-C54E-4E11-8F11-420D3F5D637D}" type="pres">
      <dgm:prSet presAssocID="{FDFAA7CA-02A3-4B2D-812A-F334619A0995}" presName="horz1" presStyleCnt="0"/>
      <dgm:spPr/>
    </dgm:pt>
    <dgm:pt modelId="{1B7F98A7-52AB-44DE-A74D-DAA1139B2B44}" type="pres">
      <dgm:prSet presAssocID="{FDFAA7CA-02A3-4B2D-812A-F334619A0995}" presName="tx1" presStyleLbl="revTx" presStyleIdx="0" presStyleCnt="5"/>
      <dgm:spPr/>
    </dgm:pt>
    <dgm:pt modelId="{D37E29EE-CB58-4FBC-B1C4-B53ECD535324}" type="pres">
      <dgm:prSet presAssocID="{FDFAA7CA-02A3-4B2D-812A-F334619A0995}" presName="vert1" presStyleCnt="0"/>
      <dgm:spPr/>
    </dgm:pt>
    <dgm:pt modelId="{7CA04FC2-F16F-4692-98E0-9B00A6CA7D55}" type="pres">
      <dgm:prSet presAssocID="{0A49F305-4417-4D70-8495-DF6BC97FB6A9}" presName="thickLine" presStyleLbl="alignNode1" presStyleIdx="1" presStyleCnt="5"/>
      <dgm:spPr/>
    </dgm:pt>
    <dgm:pt modelId="{9786D43E-6F96-4089-9906-36FDE88007AF}" type="pres">
      <dgm:prSet presAssocID="{0A49F305-4417-4D70-8495-DF6BC97FB6A9}" presName="horz1" presStyleCnt="0"/>
      <dgm:spPr/>
    </dgm:pt>
    <dgm:pt modelId="{272ECCA6-C6C8-4906-A8CF-8D7B65B97163}" type="pres">
      <dgm:prSet presAssocID="{0A49F305-4417-4D70-8495-DF6BC97FB6A9}" presName="tx1" presStyleLbl="revTx" presStyleIdx="1" presStyleCnt="5"/>
      <dgm:spPr/>
    </dgm:pt>
    <dgm:pt modelId="{766EC18B-5A69-4926-ADF2-3A8ACDD8CD73}" type="pres">
      <dgm:prSet presAssocID="{0A49F305-4417-4D70-8495-DF6BC97FB6A9}" presName="vert1" presStyleCnt="0"/>
      <dgm:spPr/>
    </dgm:pt>
    <dgm:pt modelId="{81633100-242D-4BB8-8D34-F8516579D012}" type="pres">
      <dgm:prSet presAssocID="{33BAB072-70A0-4543-8973-4EDEA9775CAA}" presName="thickLine" presStyleLbl="alignNode1" presStyleIdx="2" presStyleCnt="5"/>
      <dgm:spPr/>
    </dgm:pt>
    <dgm:pt modelId="{491E2093-91F0-4F9F-8596-BCF7DB8430F5}" type="pres">
      <dgm:prSet presAssocID="{33BAB072-70A0-4543-8973-4EDEA9775CAA}" presName="horz1" presStyleCnt="0"/>
      <dgm:spPr/>
    </dgm:pt>
    <dgm:pt modelId="{95DD35F5-C942-46E8-B4AC-7EF343027C3B}" type="pres">
      <dgm:prSet presAssocID="{33BAB072-70A0-4543-8973-4EDEA9775CAA}" presName="tx1" presStyleLbl="revTx" presStyleIdx="2" presStyleCnt="5"/>
      <dgm:spPr/>
    </dgm:pt>
    <dgm:pt modelId="{E4D842D7-7860-4486-9CE4-BF73F9674981}" type="pres">
      <dgm:prSet presAssocID="{33BAB072-70A0-4543-8973-4EDEA9775CAA}" presName="vert1" presStyleCnt="0"/>
      <dgm:spPr/>
    </dgm:pt>
    <dgm:pt modelId="{B5EF0B9E-D053-4BAA-8FEF-B5029C08D4C0}" type="pres">
      <dgm:prSet presAssocID="{EA9032A1-DE02-4D97-897E-E2484833B35B}" presName="thickLine" presStyleLbl="alignNode1" presStyleIdx="3" presStyleCnt="5"/>
      <dgm:spPr/>
    </dgm:pt>
    <dgm:pt modelId="{53FAB5A0-CF51-4AED-AED6-D4A3A438C5A4}" type="pres">
      <dgm:prSet presAssocID="{EA9032A1-DE02-4D97-897E-E2484833B35B}" presName="horz1" presStyleCnt="0"/>
      <dgm:spPr/>
    </dgm:pt>
    <dgm:pt modelId="{58C0846E-F24E-47BE-B6FA-7EF82B34A7C9}" type="pres">
      <dgm:prSet presAssocID="{EA9032A1-DE02-4D97-897E-E2484833B35B}" presName="tx1" presStyleLbl="revTx" presStyleIdx="3" presStyleCnt="5"/>
      <dgm:spPr/>
    </dgm:pt>
    <dgm:pt modelId="{3AD744AD-8B13-4ED8-AE9C-8454B12E79D0}" type="pres">
      <dgm:prSet presAssocID="{EA9032A1-DE02-4D97-897E-E2484833B35B}" presName="vert1" presStyleCnt="0"/>
      <dgm:spPr/>
    </dgm:pt>
    <dgm:pt modelId="{5B2D26D0-E526-4CE3-8739-622DEEA0BFF8}" type="pres">
      <dgm:prSet presAssocID="{6411585E-5486-4FFA-8667-3BFD7820402B}" presName="thickLine" presStyleLbl="alignNode1" presStyleIdx="4" presStyleCnt="5"/>
      <dgm:spPr/>
    </dgm:pt>
    <dgm:pt modelId="{BA0D8433-F45E-4E43-B5B2-3093289E04CE}" type="pres">
      <dgm:prSet presAssocID="{6411585E-5486-4FFA-8667-3BFD7820402B}" presName="horz1" presStyleCnt="0"/>
      <dgm:spPr/>
    </dgm:pt>
    <dgm:pt modelId="{028AB03D-50CA-4B28-A8BC-1C242E15A00E}" type="pres">
      <dgm:prSet presAssocID="{6411585E-5486-4FFA-8667-3BFD7820402B}" presName="tx1" presStyleLbl="revTx" presStyleIdx="4" presStyleCnt="5"/>
      <dgm:spPr/>
    </dgm:pt>
    <dgm:pt modelId="{F5E67AFC-4F2A-4196-9317-C733EE0E9AFE}" type="pres">
      <dgm:prSet presAssocID="{6411585E-5486-4FFA-8667-3BFD7820402B}" presName="vert1" presStyleCnt="0"/>
      <dgm:spPr/>
    </dgm:pt>
  </dgm:ptLst>
  <dgm:cxnLst>
    <dgm:cxn modelId="{BE42D901-0949-41C6-BC34-2E4A8F078CD9}" type="presOf" srcId="{0A49F305-4417-4D70-8495-DF6BC97FB6A9}" destId="{272ECCA6-C6C8-4906-A8CF-8D7B65B97163}" srcOrd="0" destOrd="0" presId="urn:microsoft.com/office/officeart/2008/layout/LinedList"/>
    <dgm:cxn modelId="{8CC5FC26-3717-4218-8992-807996D81E98}" srcId="{39A10602-6F01-4D0B-A917-34A0FAC095E2}" destId="{0A49F305-4417-4D70-8495-DF6BC97FB6A9}" srcOrd="1" destOrd="0" parTransId="{39C77395-BE77-48C7-9B3B-F4F80222F3D8}" sibTransId="{554726EA-9DE0-4BC9-995C-0AE1F0D3CDD0}"/>
    <dgm:cxn modelId="{9F1D3936-4297-4906-8230-F13648046FFF}" srcId="{39A10602-6F01-4D0B-A917-34A0FAC095E2}" destId="{6411585E-5486-4FFA-8667-3BFD7820402B}" srcOrd="4" destOrd="0" parTransId="{317728A7-71CF-43AD-809D-8A006DA75BC0}" sibTransId="{09DE089F-11E1-4D4B-8B04-20BB52135225}"/>
    <dgm:cxn modelId="{80BE8D4C-A113-4B65-A586-1EF97A31461A}" type="presOf" srcId="{FDFAA7CA-02A3-4B2D-812A-F334619A0995}" destId="{1B7F98A7-52AB-44DE-A74D-DAA1139B2B44}" srcOrd="0" destOrd="0" presId="urn:microsoft.com/office/officeart/2008/layout/LinedList"/>
    <dgm:cxn modelId="{F81B8883-AC74-45D7-BEB7-0BD597D37257}" srcId="{39A10602-6F01-4D0B-A917-34A0FAC095E2}" destId="{EA9032A1-DE02-4D97-897E-E2484833B35B}" srcOrd="3" destOrd="0" parTransId="{AD5A3274-1EBB-45F5-AC33-A2D50C451A07}" sibTransId="{53CEAE00-CAE9-44E8-ABF8-3F93873B72FE}"/>
    <dgm:cxn modelId="{CA41F792-F5F3-4046-AC39-EBB06BA5DC8C}" srcId="{39A10602-6F01-4D0B-A917-34A0FAC095E2}" destId="{FDFAA7CA-02A3-4B2D-812A-F334619A0995}" srcOrd="0" destOrd="0" parTransId="{D2AAE5E2-EA0A-4DB6-8804-734997759365}" sibTransId="{2454A698-CC11-4412-BDC1-0F90090C6194}"/>
    <dgm:cxn modelId="{BC64F5A0-57D9-40DE-9DEF-8761FDE74780}" srcId="{39A10602-6F01-4D0B-A917-34A0FAC095E2}" destId="{33BAB072-70A0-4543-8973-4EDEA9775CAA}" srcOrd="2" destOrd="0" parTransId="{29CB530F-CC64-4A8A-A403-9A025DD85E17}" sibTransId="{E4A79EAB-B1D2-4398-9C2E-236587D6AED0}"/>
    <dgm:cxn modelId="{9B2A52A8-A534-4B1C-8A16-96C5CEB4F695}" type="presOf" srcId="{39A10602-6F01-4D0B-A917-34A0FAC095E2}" destId="{B35879CD-F04E-41D0-AD72-41A5C0FF7D04}" srcOrd="0" destOrd="0" presId="urn:microsoft.com/office/officeart/2008/layout/LinedList"/>
    <dgm:cxn modelId="{4205D9BC-1B31-4B3B-A88B-D6E4B7C4FCFE}" type="presOf" srcId="{33BAB072-70A0-4543-8973-4EDEA9775CAA}" destId="{95DD35F5-C942-46E8-B4AC-7EF343027C3B}" srcOrd="0" destOrd="0" presId="urn:microsoft.com/office/officeart/2008/layout/LinedList"/>
    <dgm:cxn modelId="{F20354E5-870E-4C35-898A-8B61D48EA20C}" type="presOf" srcId="{6411585E-5486-4FFA-8667-3BFD7820402B}" destId="{028AB03D-50CA-4B28-A8BC-1C242E15A00E}" srcOrd="0" destOrd="0" presId="urn:microsoft.com/office/officeart/2008/layout/LinedList"/>
    <dgm:cxn modelId="{37031FEC-3E09-4FEF-A5A5-0A493453B967}" type="presOf" srcId="{EA9032A1-DE02-4D97-897E-E2484833B35B}" destId="{58C0846E-F24E-47BE-B6FA-7EF82B34A7C9}" srcOrd="0" destOrd="0" presId="urn:microsoft.com/office/officeart/2008/layout/LinedList"/>
    <dgm:cxn modelId="{56FE080D-7BE8-479F-8D86-3E6F4B2A8701}" type="presParOf" srcId="{B35879CD-F04E-41D0-AD72-41A5C0FF7D04}" destId="{9B5B14EA-8EB8-44D1-A0AC-25DF280C734A}" srcOrd="0" destOrd="0" presId="urn:microsoft.com/office/officeart/2008/layout/LinedList"/>
    <dgm:cxn modelId="{12F78D76-8508-41A0-88AD-99E3EF28868A}" type="presParOf" srcId="{B35879CD-F04E-41D0-AD72-41A5C0FF7D04}" destId="{20103A40-C54E-4E11-8F11-420D3F5D637D}" srcOrd="1" destOrd="0" presId="urn:microsoft.com/office/officeart/2008/layout/LinedList"/>
    <dgm:cxn modelId="{BCED2AAB-6C8E-4AD8-91D8-EE9CBFD79D31}" type="presParOf" srcId="{20103A40-C54E-4E11-8F11-420D3F5D637D}" destId="{1B7F98A7-52AB-44DE-A74D-DAA1139B2B44}" srcOrd="0" destOrd="0" presId="urn:microsoft.com/office/officeart/2008/layout/LinedList"/>
    <dgm:cxn modelId="{0325A0C7-CD2D-46DB-86DE-8F6B1139CC8E}" type="presParOf" srcId="{20103A40-C54E-4E11-8F11-420D3F5D637D}" destId="{D37E29EE-CB58-4FBC-B1C4-B53ECD535324}" srcOrd="1" destOrd="0" presId="urn:microsoft.com/office/officeart/2008/layout/LinedList"/>
    <dgm:cxn modelId="{26CEB017-D830-466F-98D2-6CEF6A20503B}" type="presParOf" srcId="{B35879CD-F04E-41D0-AD72-41A5C0FF7D04}" destId="{7CA04FC2-F16F-4692-98E0-9B00A6CA7D55}" srcOrd="2" destOrd="0" presId="urn:microsoft.com/office/officeart/2008/layout/LinedList"/>
    <dgm:cxn modelId="{A756CA52-862E-4A87-A040-4C3CD574D95C}" type="presParOf" srcId="{B35879CD-F04E-41D0-AD72-41A5C0FF7D04}" destId="{9786D43E-6F96-4089-9906-36FDE88007AF}" srcOrd="3" destOrd="0" presId="urn:microsoft.com/office/officeart/2008/layout/LinedList"/>
    <dgm:cxn modelId="{39FF0B8E-6D16-49A9-850E-0286B8E8C462}" type="presParOf" srcId="{9786D43E-6F96-4089-9906-36FDE88007AF}" destId="{272ECCA6-C6C8-4906-A8CF-8D7B65B97163}" srcOrd="0" destOrd="0" presId="urn:microsoft.com/office/officeart/2008/layout/LinedList"/>
    <dgm:cxn modelId="{E4B15F9A-12BA-470D-A3B6-E3DB97636B23}" type="presParOf" srcId="{9786D43E-6F96-4089-9906-36FDE88007AF}" destId="{766EC18B-5A69-4926-ADF2-3A8ACDD8CD73}" srcOrd="1" destOrd="0" presId="urn:microsoft.com/office/officeart/2008/layout/LinedList"/>
    <dgm:cxn modelId="{E972F055-87E7-42AB-AEDA-656CDF9E4F37}" type="presParOf" srcId="{B35879CD-F04E-41D0-AD72-41A5C0FF7D04}" destId="{81633100-242D-4BB8-8D34-F8516579D012}" srcOrd="4" destOrd="0" presId="urn:microsoft.com/office/officeart/2008/layout/LinedList"/>
    <dgm:cxn modelId="{5749FE6B-D0DC-429B-AFD1-FA01F57E00C0}" type="presParOf" srcId="{B35879CD-F04E-41D0-AD72-41A5C0FF7D04}" destId="{491E2093-91F0-4F9F-8596-BCF7DB8430F5}" srcOrd="5" destOrd="0" presId="urn:microsoft.com/office/officeart/2008/layout/LinedList"/>
    <dgm:cxn modelId="{E067D7C8-6275-4386-A032-77CF79BB78D7}" type="presParOf" srcId="{491E2093-91F0-4F9F-8596-BCF7DB8430F5}" destId="{95DD35F5-C942-46E8-B4AC-7EF343027C3B}" srcOrd="0" destOrd="0" presId="urn:microsoft.com/office/officeart/2008/layout/LinedList"/>
    <dgm:cxn modelId="{19EA8041-58B3-4BA5-88D3-6653A3B0F382}" type="presParOf" srcId="{491E2093-91F0-4F9F-8596-BCF7DB8430F5}" destId="{E4D842D7-7860-4486-9CE4-BF73F9674981}" srcOrd="1" destOrd="0" presId="urn:microsoft.com/office/officeart/2008/layout/LinedList"/>
    <dgm:cxn modelId="{F6F5B4D7-E3D1-4F69-9307-063809CFD1F7}" type="presParOf" srcId="{B35879CD-F04E-41D0-AD72-41A5C0FF7D04}" destId="{B5EF0B9E-D053-4BAA-8FEF-B5029C08D4C0}" srcOrd="6" destOrd="0" presId="urn:microsoft.com/office/officeart/2008/layout/LinedList"/>
    <dgm:cxn modelId="{D95070DB-C23B-43DC-8C63-57C4A623F237}" type="presParOf" srcId="{B35879CD-F04E-41D0-AD72-41A5C0FF7D04}" destId="{53FAB5A0-CF51-4AED-AED6-D4A3A438C5A4}" srcOrd="7" destOrd="0" presId="urn:microsoft.com/office/officeart/2008/layout/LinedList"/>
    <dgm:cxn modelId="{E52510D2-E656-4315-B2F8-04B3AC9AB880}" type="presParOf" srcId="{53FAB5A0-CF51-4AED-AED6-D4A3A438C5A4}" destId="{58C0846E-F24E-47BE-B6FA-7EF82B34A7C9}" srcOrd="0" destOrd="0" presId="urn:microsoft.com/office/officeart/2008/layout/LinedList"/>
    <dgm:cxn modelId="{0697F891-AA91-41D0-8FC8-5C3895D94DA0}" type="presParOf" srcId="{53FAB5A0-CF51-4AED-AED6-D4A3A438C5A4}" destId="{3AD744AD-8B13-4ED8-AE9C-8454B12E79D0}" srcOrd="1" destOrd="0" presId="urn:microsoft.com/office/officeart/2008/layout/LinedList"/>
    <dgm:cxn modelId="{E5454EF3-B22F-4BC7-A848-66BAA882BE42}" type="presParOf" srcId="{B35879CD-F04E-41D0-AD72-41A5C0FF7D04}" destId="{5B2D26D0-E526-4CE3-8739-622DEEA0BFF8}" srcOrd="8" destOrd="0" presId="urn:microsoft.com/office/officeart/2008/layout/LinedList"/>
    <dgm:cxn modelId="{EC397B14-305E-42B3-9E2E-5C39B241F346}" type="presParOf" srcId="{B35879CD-F04E-41D0-AD72-41A5C0FF7D04}" destId="{BA0D8433-F45E-4E43-B5B2-3093289E04CE}" srcOrd="9" destOrd="0" presId="urn:microsoft.com/office/officeart/2008/layout/LinedList"/>
    <dgm:cxn modelId="{829CED80-208C-4B3B-8D6B-B92E5CCBA42D}" type="presParOf" srcId="{BA0D8433-F45E-4E43-B5B2-3093289E04CE}" destId="{028AB03D-50CA-4B28-A8BC-1C242E15A00E}" srcOrd="0" destOrd="0" presId="urn:microsoft.com/office/officeart/2008/layout/LinedList"/>
    <dgm:cxn modelId="{9FDF7D19-CE57-4015-8564-C5D2B8EEFABE}" type="presParOf" srcId="{BA0D8433-F45E-4E43-B5B2-3093289E04CE}" destId="{F5E67AFC-4F2A-4196-9317-C733EE0E9AF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404CA4-03EA-46F2-8C16-CE505E19A57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9A7C8C7-2722-4AE2-86E8-BE4341F2ABC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More User-friendly GUI</a:t>
          </a:r>
        </a:p>
      </dgm:t>
    </dgm:pt>
    <dgm:pt modelId="{AC226B2B-6B84-4598-84EB-9E713750A84D}" type="parTrans" cxnId="{28AC2FFC-C31C-4696-85B0-F50F87DA6608}">
      <dgm:prSet/>
      <dgm:spPr/>
      <dgm:t>
        <a:bodyPr/>
        <a:lstStyle/>
        <a:p>
          <a:endParaRPr lang="en-US"/>
        </a:p>
      </dgm:t>
    </dgm:pt>
    <dgm:pt modelId="{3DAE6296-45BB-470C-8850-9CC913F19ADC}" type="sibTrans" cxnId="{28AC2FFC-C31C-4696-85B0-F50F87DA6608}">
      <dgm:prSet/>
      <dgm:spPr/>
      <dgm:t>
        <a:bodyPr/>
        <a:lstStyle/>
        <a:p>
          <a:endParaRPr lang="en-US"/>
        </a:p>
      </dgm:t>
    </dgm:pt>
    <dgm:pt modelId="{B58C56E8-7D7D-440E-B780-FB9E2F68C2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Sign Up with Social Media accounts</a:t>
          </a:r>
        </a:p>
      </dgm:t>
    </dgm:pt>
    <dgm:pt modelId="{443D0D58-9763-4FB2-8A62-FA094B1405C9}" type="parTrans" cxnId="{FD3329CF-03EB-4631-A57E-DD6B11AA78BC}">
      <dgm:prSet/>
      <dgm:spPr/>
      <dgm:t>
        <a:bodyPr/>
        <a:lstStyle/>
        <a:p>
          <a:endParaRPr lang="en-US"/>
        </a:p>
      </dgm:t>
    </dgm:pt>
    <dgm:pt modelId="{851C49AA-5982-4A69-9C9A-DC9D893ACFD6}" type="sibTrans" cxnId="{FD3329CF-03EB-4631-A57E-DD6B11AA78BC}">
      <dgm:prSet/>
      <dgm:spPr/>
      <dgm:t>
        <a:bodyPr/>
        <a:lstStyle/>
        <a:p>
          <a:endParaRPr lang="en-US"/>
        </a:p>
      </dgm:t>
    </dgm:pt>
    <dgm:pt modelId="{B87E1003-29F0-407D-948F-A9096F0E91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Tracking Product location</a:t>
          </a:r>
        </a:p>
      </dgm:t>
    </dgm:pt>
    <dgm:pt modelId="{8F3111FB-D4B1-4A4A-B3C8-8985F5F442EC}" type="parTrans" cxnId="{C5931B65-CB79-4B4A-AB78-7A316DDADA31}">
      <dgm:prSet/>
      <dgm:spPr/>
      <dgm:t>
        <a:bodyPr/>
        <a:lstStyle/>
        <a:p>
          <a:endParaRPr lang="en-US"/>
        </a:p>
      </dgm:t>
    </dgm:pt>
    <dgm:pt modelId="{6CFBCDBD-17E5-4322-B969-A2DFE7149FF5}" type="sibTrans" cxnId="{C5931B65-CB79-4B4A-AB78-7A316DDADA31}">
      <dgm:prSet/>
      <dgm:spPr/>
      <dgm:t>
        <a:bodyPr/>
        <a:lstStyle/>
        <a:p>
          <a:endParaRPr lang="en-US"/>
        </a:p>
      </dgm:t>
    </dgm:pt>
    <dgm:pt modelId="{DDB87A92-2BF4-45F1-9506-1596E965AF8C}" type="pres">
      <dgm:prSet presAssocID="{86404CA4-03EA-46F2-8C16-CE505E19A571}" presName="root" presStyleCnt="0">
        <dgm:presLayoutVars>
          <dgm:dir/>
          <dgm:resizeHandles val="exact"/>
        </dgm:presLayoutVars>
      </dgm:prSet>
      <dgm:spPr/>
    </dgm:pt>
    <dgm:pt modelId="{40C28589-1A40-4994-B542-194AC63B5157}" type="pres">
      <dgm:prSet presAssocID="{99A7C8C7-2722-4AE2-86E8-BE4341F2ABCC}" presName="compNode" presStyleCnt="0"/>
      <dgm:spPr/>
    </dgm:pt>
    <dgm:pt modelId="{AE309B57-EB44-4BD5-9A87-6B2C3F74B316}" type="pres">
      <dgm:prSet presAssocID="{99A7C8C7-2722-4AE2-86E8-BE4341F2ABC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6FF5E22-045D-43CB-BB48-93D79F7E7B6D}" type="pres">
      <dgm:prSet presAssocID="{99A7C8C7-2722-4AE2-86E8-BE4341F2ABCC}" presName="spaceRect" presStyleCnt="0"/>
      <dgm:spPr/>
    </dgm:pt>
    <dgm:pt modelId="{1317FEE1-D6D3-4481-A044-3A9AB67EA24A}" type="pres">
      <dgm:prSet presAssocID="{99A7C8C7-2722-4AE2-86E8-BE4341F2ABCC}" presName="textRect" presStyleLbl="revTx" presStyleIdx="0" presStyleCnt="3">
        <dgm:presLayoutVars>
          <dgm:chMax val="1"/>
          <dgm:chPref val="1"/>
        </dgm:presLayoutVars>
      </dgm:prSet>
      <dgm:spPr/>
    </dgm:pt>
    <dgm:pt modelId="{8D498729-9C90-4560-8975-31766CB80ADA}" type="pres">
      <dgm:prSet presAssocID="{3DAE6296-45BB-470C-8850-9CC913F19ADC}" presName="sibTrans" presStyleCnt="0"/>
      <dgm:spPr/>
    </dgm:pt>
    <dgm:pt modelId="{93DB0BEA-1EA2-4DDD-8D83-58D046B90779}" type="pres">
      <dgm:prSet presAssocID="{B58C56E8-7D7D-440E-B780-FB9E2F68C29A}" presName="compNode" presStyleCnt="0"/>
      <dgm:spPr/>
    </dgm:pt>
    <dgm:pt modelId="{8D4F34C1-44EB-418A-B5E2-6D56B60CD47A}" type="pres">
      <dgm:prSet presAssocID="{B58C56E8-7D7D-440E-B780-FB9E2F68C29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EDCDA7E0-256E-4283-8E0C-4FC489BB07A7}" type="pres">
      <dgm:prSet presAssocID="{B58C56E8-7D7D-440E-B780-FB9E2F68C29A}" presName="spaceRect" presStyleCnt="0"/>
      <dgm:spPr/>
    </dgm:pt>
    <dgm:pt modelId="{7C246CEB-E990-484F-85BE-84179FAEA604}" type="pres">
      <dgm:prSet presAssocID="{B58C56E8-7D7D-440E-B780-FB9E2F68C29A}" presName="textRect" presStyleLbl="revTx" presStyleIdx="1" presStyleCnt="3">
        <dgm:presLayoutVars>
          <dgm:chMax val="1"/>
          <dgm:chPref val="1"/>
        </dgm:presLayoutVars>
      </dgm:prSet>
      <dgm:spPr/>
    </dgm:pt>
    <dgm:pt modelId="{3B748802-F575-456A-B214-31F1ED9341BE}" type="pres">
      <dgm:prSet presAssocID="{851C49AA-5982-4A69-9C9A-DC9D893ACFD6}" presName="sibTrans" presStyleCnt="0"/>
      <dgm:spPr/>
    </dgm:pt>
    <dgm:pt modelId="{44A346A9-122A-45B3-A412-A7558A865F29}" type="pres">
      <dgm:prSet presAssocID="{B87E1003-29F0-407D-948F-A9096F0E918C}" presName="compNode" presStyleCnt="0"/>
      <dgm:spPr/>
    </dgm:pt>
    <dgm:pt modelId="{C698BF8C-D8C8-44C4-816D-5428F3347043}" type="pres">
      <dgm:prSet presAssocID="{B87E1003-29F0-407D-948F-A9096F0E918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AFBC57F7-3884-4677-AB6F-6ADFA8188649}" type="pres">
      <dgm:prSet presAssocID="{B87E1003-29F0-407D-948F-A9096F0E918C}" presName="spaceRect" presStyleCnt="0"/>
      <dgm:spPr/>
    </dgm:pt>
    <dgm:pt modelId="{F4E5578A-FCEB-4B45-8687-1101F0422918}" type="pres">
      <dgm:prSet presAssocID="{B87E1003-29F0-407D-948F-A9096F0E918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631DB13-999B-4EB2-B90D-D7E45CB87A7B}" type="presOf" srcId="{99A7C8C7-2722-4AE2-86E8-BE4341F2ABCC}" destId="{1317FEE1-D6D3-4481-A044-3A9AB67EA24A}" srcOrd="0" destOrd="0" presId="urn:microsoft.com/office/officeart/2018/2/layout/IconLabelList"/>
    <dgm:cxn modelId="{C5931B65-CB79-4B4A-AB78-7A316DDADA31}" srcId="{86404CA4-03EA-46F2-8C16-CE505E19A571}" destId="{B87E1003-29F0-407D-948F-A9096F0E918C}" srcOrd="2" destOrd="0" parTransId="{8F3111FB-D4B1-4A4A-B3C8-8985F5F442EC}" sibTransId="{6CFBCDBD-17E5-4322-B969-A2DFE7149FF5}"/>
    <dgm:cxn modelId="{7412F84D-DCB9-443B-8409-1202C2A66B68}" type="presOf" srcId="{B58C56E8-7D7D-440E-B780-FB9E2F68C29A}" destId="{7C246CEB-E990-484F-85BE-84179FAEA604}" srcOrd="0" destOrd="0" presId="urn:microsoft.com/office/officeart/2018/2/layout/IconLabelList"/>
    <dgm:cxn modelId="{90B5897E-4857-4DE5-BD9F-63A802DC4F3B}" type="presOf" srcId="{86404CA4-03EA-46F2-8C16-CE505E19A571}" destId="{DDB87A92-2BF4-45F1-9506-1596E965AF8C}" srcOrd="0" destOrd="0" presId="urn:microsoft.com/office/officeart/2018/2/layout/IconLabelList"/>
    <dgm:cxn modelId="{65A01D83-9D59-4280-ABAA-3FF50958D656}" type="presOf" srcId="{B87E1003-29F0-407D-948F-A9096F0E918C}" destId="{F4E5578A-FCEB-4B45-8687-1101F0422918}" srcOrd="0" destOrd="0" presId="urn:microsoft.com/office/officeart/2018/2/layout/IconLabelList"/>
    <dgm:cxn modelId="{FD3329CF-03EB-4631-A57E-DD6B11AA78BC}" srcId="{86404CA4-03EA-46F2-8C16-CE505E19A571}" destId="{B58C56E8-7D7D-440E-B780-FB9E2F68C29A}" srcOrd="1" destOrd="0" parTransId="{443D0D58-9763-4FB2-8A62-FA094B1405C9}" sibTransId="{851C49AA-5982-4A69-9C9A-DC9D893ACFD6}"/>
    <dgm:cxn modelId="{28AC2FFC-C31C-4696-85B0-F50F87DA6608}" srcId="{86404CA4-03EA-46F2-8C16-CE505E19A571}" destId="{99A7C8C7-2722-4AE2-86E8-BE4341F2ABCC}" srcOrd="0" destOrd="0" parTransId="{AC226B2B-6B84-4598-84EB-9E713750A84D}" sibTransId="{3DAE6296-45BB-470C-8850-9CC913F19ADC}"/>
    <dgm:cxn modelId="{126B18D0-1D51-4783-83D3-6EAFFDF6ED5A}" type="presParOf" srcId="{DDB87A92-2BF4-45F1-9506-1596E965AF8C}" destId="{40C28589-1A40-4994-B542-194AC63B5157}" srcOrd="0" destOrd="0" presId="urn:microsoft.com/office/officeart/2018/2/layout/IconLabelList"/>
    <dgm:cxn modelId="{7FD94C4E-BD82-4245-BE43-9630DDFE82C4}" type="presParOf" srcId="{40C28589-1A40-4994-B542-194AC63B5157}" destId="{AE309B57-EB44-4BD5-9A87-6B2C3F74B316}" srcOrd="0" destOrd="0" presId="urn:microsoft.com/office/officeart/2018/2/layout/IconLabelList"/>
    <dgm:cxn modelId="{E5CFEE66-21A3-4D3B-8B5E-5384A2F85627}" type="presParOf" srcId="{40C28589-1A40-4994-B542-194AC63B5157}" destId="{86FF5E22-045D-43CB-BB48-93D79F7E7B6D}" srcOrd="1" destOrd="0" presId="urn:microsoft.com/office/officeart/2018/2/layout/IconLabelList"/>
    <dgm:cxn modelId="{4B0E6A47-C77D-4E52-B0C1-7D14C9020C51}" type="presParOf" srcId="{40C28589-1A40-4994-B542-194AC63B5157}" destId="{1317FEE1-D6D3-4481-A044-3A9AB67EA24A}" srcOrd="2" destOrd="0" presId="urn:microsoft.com/office/officeart/2018/2/layout/IconLabelList"/>
    <dgm:cxn modelId="{6FBB368C-3471-4F71-8DCC-44D040E9D131}" type="presParOf" srcId="{DDB87A92-2BF4-45F1-9506-1596E965AF8C}" destId="{8D498729-9C90-4560-8975-31766CB80ADA}" srcOrd="1" destOrd="0" presId="urn:microsoft.com/office/officeart/2018/2/layout/IconLabelList"/>
    <dgm:cxn modelId="{2DDF2BE9-F003-48BB-99E2-5257FB545DFB}" type="presParOf" srcId="{DDB87A92-2BF4-45F1-9506-1596E965AF8C}" destId="{93DB0BEA-1EA2-4DDD-8D83-58D046B90779}" srcOrd="2" destOrd="0" presId="urn:microsoft.com/office/officeart/2018/2/layout/IconLabelList"/>
    <dgm:cxn modelId="{D19351A9-75BC-4236-8794-725B54EF33B3}" type="presParOf" srcId="{93DB0BEA-1EA2-4DDD-8D83-58D046B90779}" destId="{8D4F34C1-44EB-418A-B5E2-6D56B60CD47A}" srcOrd="0" destOrd="0" presId="urn:microsoft.com/office/officeart/2018/2/layout/IconLabelList"/>
    <dgm:cxn modelId="{64C4FBB1-D2D7-4CAA-9353-4D4FB7EB8286}" type="presParOf" srcId="{93DB0BEA-1EA2-4DDD-8D83-58D046B90779}" destId="{EDCDA7E0-256E-4283-8E0C-4FC489BB07A7}" srcOrd="1" destOrd="0" presId="urn:microsoft.com/office/officeart/2018/2/layout/IconLabelList"/>
    <dgm:cxn modelId="{EE6EF972-E00F-4C8B-8426-4C8860BDCA63}" type="presParOf" srcId="{93DB0BEA-1EA2-4DDD-8D83-58D046B90779}" destId="{7C246CEB-E990-484F-85BE-84179FAEA604}" srcOrd="2" destOrd="0" presId="urn:microsoft.com/office/officeart/2018/2/layout/IconLabelList"/>
    <dgm:cxn modelId="{F2FDBBF7-0028-47C7-B993-8DBC20E52F8D}" type="presParOf" srcId="{DDB87A92-2BF4-45F1-9506-1596E965AF8C}" destId="{3B748802-F575-456A-B214-31F1ED9341BE}" srcOrd="3" destOrd="0" presId="urn:microsoft.com/office/officeart/2018/2/layout/IconLabelList"/>
    <dgm:cxn modelId="{EEDD1412-89CF-488B-9405-14CCC9AB6292}" type="presParOf" srcId="{DDB87A92-2BF4-45F1-9506-1596E965AF8C}" destId="{44A346A9-122A-45B3-A412-A7558A865F29}" srcOrd="4" destOrd="0" presId="urn:microsoft.com/office/officeart/2018/2/layout/IconLabelList"/>
    <dgm:cxn modelId="{1368BA6C-0167-426E-9AF9-B9AAB05C7ABC}" type="presParOf" srcId="{44A346A9-122A-45B3-A412-A7558A865F29}" destId="{C698BF8C-D8C8-44C4-816D-5428F3347043}" srcOrd="0" destOrd="0" presId="urn:microsoft.com/office/officeart/2018/2/layout/IconLabelList"/>
    <dgm:cxn modelId="{604865DD-EC84-47EF-8386-78FD357A50B8}" type="presParOf" srcId="{44A346A9-122A-45B3-A412-A7558A865F29}" destId="{AFBC57F7-3884-4677-AB6F-6ADFA8188649}" srcOrd="1" destOrd="0" presId="urn:microsoft.com/office/officeart/2018/2/layout/IconLabelList"/>
    <dgm:cxn modelId="{81246693-319A-4A62-ACAD-E5F8F4306339}" type="presParOf" srcId="{44A346A9-122A-45B3-A412-A7558A865F29}" destId="{F4E5578A-FCEB-4B45-8687-1101F042291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815E73-1187-4EDE-AD1C-14D3C3DE6AD1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2E67D2-62DA-46EC-9590-1F059DE94DC6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Ecommerce – Electronic Marketing</a:t>
          </a:r>
        </a:p>
      </dsp:txBody>
      <dsp:txXfrm>
        <a:off x="398656" y="1088253"/>
        <a:ext cx="2959127" cy="1837317"/>
      </dsp:txXfrm>
    </dsp:sp>
    <dsp:sp modelId="{02132771-BD8A-4F90-9769-7E7FE195E4E1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ADDE9F-1861-45D9-9DA3-4EEBC2EB21C7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Types: B2B, B2C, C2C etc.</a:t>
          </a:r>
        </a:p>
      </dsp:txBody>
      <dsp:txXfrm>
        <a:off x="4155097" y="1088253"/>
        <a:ext cx="2959127" cy="1837317"/>
      </dsp:txXfrm>
    </dsp:sp>
    <dsp:sp modelId="{6C46D055-99B0-4C28-BBCA-5EC9F784C8BB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1030F2-B590-499E-8F5F-A67BD942340E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WebApp for purchasing Wood Pressed Oils</a:t>
          </a:r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F57E26-BA1C-45AB-8BB0-63B7485E520A}">
      <dsp:nvSpPr>
        <dsp:cNvPr id="0" name=""/>
        <dsp:cNvSpPr/>
      </dsp:nvSpPr>
      <dsp:spPr>
        <a:xfrm>
          <a:off x="718664" y="2022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38ADCA-BD40-4CB3-844C-8ACA35AAD100}">
      <dsp:nvSpPr>
        <dsp:cNvPr id="0" name=""/>
        <dsp:cNvSpPr/>
      </dsp:nvSpPr>
      <dsp:spPr>
        <a:xfrm>
          <a:off x="1135476" y="6190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E79BB3-4A13-4C45-B5B0-E60C68321E7F}">
      <dsp:nvSpPr>
        <dsp:cNvPr id="0" name=""/>
        <dsp:cNvSpPr/>
      </dsp:nvSpPr>
      <dsp:spPr>
        <a:xfrm>
          <a:off x="93445" y="27672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Frontend: React</a:t>
          </a:r>
        </a:p>
      </dsp:txBody>
      <dsp:txXfrm>
        <a:off x="93445" y="2767202"/>
        <a:ext cx="3206250" cy="720000"/>
      </dsp:txXfrm>
    </dsp:sp>
    <dsp:sp modelId="{FE4132C2-E412-4EA9-99ED-77DCACBD0582}">
      <dsp:nvSpPr>
        <dsp:cNvPr id="0" name=""/>
        <dsp:cNvSpPr/>
      </dsp:nvSpPr>
      <dsp:spPr>
        <a:xfrm>
          <a:off x="4486008" y="2022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9B09D8-7EBE-4883-AE83-C90BC78D28DF}">
      <dsp:nvSpPr>
        <dsp:cNvPr id="0" name=""/>
        <dsp:cNvSpPr/>
      </dsp:nvSpPr>
      <dsp:spPr>
        <a:xfrm>
          <a:off x="4902820" y="6190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6573F4-5674-484A-B84E-DB5C01A6A09C}">
      <dsp:nvSpPr>
        <dsp:cNvPr id="0" name=""/>
        <dsp:cNvSpPr/>
      </dsp:nvSpPr>
      <dsp:spPr>
        <a:xfrm>
          <a:off x="3860789" y="27672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Backend: Spring boot</a:t>
          </a:r>
        </a:p>
      </dsp:txBody>
      <dsp:txXfrm>
        <a:off x="3860789" y="2767202"/>
        <a:ext cx="3206250" cy="720000"/>
      </dsp:txXfrm>
    </dsp:sp>
    <dsp:sp modelId="{ACF091B1-CF6C-40DF-B550-27A6E421D6F4}">
      <dsp:nvSpPr>
        <dsp:cNvPr id="0" name=""/>
        <dsp:cNvSpPr/>
      </dsp:nvSpPr>
      <dsp:spPr>
        <a:xfrm>
          <a:off x="8253352" y="2022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372785-6EB0-4618-AA20-543817E62AA7}">
      <dsp:nvSpPr>
        <dsp:cNvPr id="0" name=""/>
        <dsp:cNvSpPr/>
      </dsp:nvSpPr>
      <dsp:spPr>
        <a:xfrm>
          <a:off x="8670164" y="6190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C3C2B-4B7E-4206-9AA5-03B2EF2C9757}">
      <dsp:nvSpPr>
        <dsp:cNvPr id="0" name=""/>
        <dsp:cNvSpPr/>
      </dsp:nvSpPr>
      <dsp:spPr>
        <a:xfrm>
          <a:off x="7628133" y="27672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Database: PostgreSQL</a:t>
          </a:r>
        </a:p>
      </dsp:txBody>
      <dsp:txXfrm>
        <a:off x="7628133" y="2767202"/>
        <a:ext cx="32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5B14EA-8EB8-44D1-A0AC-25DF280C734A}">
      <dsp:nvSpPr>
        <dsp:cNvPr id="0" name=""/>
        <dsp:cNvSpPr/>
      </dsp:nvSpPr>
      <dsp:spPr>
        <a:xfrm>
          <a:off x="0" y="449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F98A7-52AB-44DE-A74D-DAA1139B2B44}">
      <dsp:nvSpPr>
        <dsp:cNvPr id="0" name=""/>
        <dsp:cNvSpPr/>
      </dsp:nvSpPr>
      <dsp:spPr>
        <a:xfrm>
          <a:off x="0" y="449"/>
          <a:ext cx="9724031" cy="73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Selecting the right product</a:t>
          </a:r>
        </a:p>
      </dsp:txBody>
      <dsp:txXfrm>
        <a:off x="0" y="449"/>
        <a:ext cx="9724031" cy="736491"/>
      </dsp:txXfrm>
    </dsp:sp>
    <dsp:sp modelId="{7CA04FC2-F16F-4692-98E0-9B00A6CA7D55}">
      <dsp:nvSpPr>
        <dsp:cNvPr id="0" name=""/>
        <dsp:cNvSpPr/>
      </dsp:nvSpPr>
      <dsp:spPr>
        <a:xfrm>
          <a:off x="0" y="736941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2ECCA6-C6C8-4906-A8CF-8D7B65B97163}">
      <dsp:nvSpPr>
        <dsp:cNvPr id="0" name=""/>
        <dsp:cNvSpPr/>
      </dsp:nvSpPr>
      <dsp:spPr>
        <a:xfrm>
          <a:off x="0" y="736941"/>
          <a:ext cx="9724031" cy="73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Add to Cart</a:t>
          </a:r>
        </a:p>
      </dsp:txBody>
      <dsp:txXfrm>
        <a:off x="0" y="736941"/>
        <a:ext cx="9724031" cy="736491"/>
      </dsp:txXfrm>
    </dsp:sp>
    <dsp:sp modelId="{81633100-242D-4BB8-8D34-F8516579D012}">
      <dsp:nvSpPr>
        <dsp:cNvPr id="0" name=""/>
        <dsp:cNvSpPr/>
      </dsp:nvSpPr>
      <dsp:spPr>
        <a:xfrm>
          <a:off x="0" y="1473433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DD35F5-C942-46E8-B4AC-7EF343027C3B}">
      <dsp:nvSpPr>
        <dsp:cNvPr id="0" name=""/>
        <dsp:cNvSpPr/>
      </dsp:nvSpPr>
      <dsp:spPr>
        <a:xfrm>
          <a:off x="0" y="1473433"/>
          <a:ext cx="9724031" cy="73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Pay Online</a:t>
          </a:r>
        </a:p>
      </dsp:txBody>
      <dsp:txXfrm>
        <a:off x="0" y="1473433"/>
        <a:ext cx="9724031" cy="736491"/>
      </dsp:txXfrm>
    </dsp:sp>
    <dsp:sp modelId="{B5EF0B9E-D053-4BAA-8FEF-B5029C08D4C0}">
      <dsp:nvSpPr>
        <dsp:cNvPr id="0" name=""/>
        <dsp:cNvSpPr/>
      </dsp:nvSpPr>
      <dsp:spPr>
        <a:xfrm>
          <a:off x="0" y="2209924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C0846E-F24E-47BE-B6FA-7EF82B34A7C9}">
      <dsp:nvSpPr>
        <dsp:cNvPr id="0" name=""/>
        <dsp:cNvSpPr/>
      </dsp:nvSpPr>
      <dsp:spPr>
        <a:xfrm>
          <a:off x="0" y="2209924"/>
          <a:ext cx="9724031" cy="73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Direct to Consumer</a:t>
          </a:r>
        </a:p>
      </dsp:txBody>
      <dsp:txXfrm>
        <a:off x="0" y="2209924"/>
        <a:ext cx="9724031" cy="736491"/>
      </dsp:txXfrm>
    </dsp:sp>
    <dsp:sp modelId="{5B2D26D0-E526-4CE3-8739-622DEEA0BFF8}">
      <dsp:nvSpPr>
        <dsp:cNvPr id="0" name=""/>
        <dsp:cNvSpPr/>
      </dsp:nvSpPr>
      <dsp:spPr>
        <a:xfrm>
          <a:off x="0" y="2946416"/>
          <a:ext cx="97240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8AB03D-50CA-4B28-A8BC-1C242E15A00E}">
      <dsp:nvSpPr>
        <dsp:cNvPr id="0" name=""/>
        <dsp:cNvSpPr/>
      </dsp:nvSpPr>
      <dsp:spPr>
        <a:xfrm>
          <a:off x="0" y="2946416"/>
          <a:ext cx="9724031" cy="736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Adding new Products to sell</a:t>
          </a:r>
        </a:p>
      </dsp:txBody>
      <dsp:txXfrm>
        <a:off x="0" y="2946416"/>
        <a:ext cx="9724031" cy="7364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309B57-EB44-4BD5-9A87-6B2C3F74B316}">
      <dsp:nvSpPr>
        <dsp:cNvPr id="0" name=""/>
        <dsp:cNvSpPr/>
      </dsp:nvSpPr>
      <dsp:spPr>
        <a:xfrm>
          <a:off x="955310" y="679431"/>
          <a:ext cx="1255726" cy="12557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17FEE1-D6D3-4481-A044-3A9AB67EA24A}">
      <dsp:nvSpPr>
        <dsp:cNvPr id="0" name=""/>
        <dsp:cNvSpPr/>
      </dsp:nvSpPr>
      <dsp:spPr>
        <a:xfrm>
          <a:off x="187921" y="2283926"/>
          <a:ext cx="27905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More User-friendly GUI</a:t>
          </a:r>
        </a:p>
      </dsp:txBody>
      <dsp:txXfrm>
        <a:off x="187921" y="2283926"/>
        <a:ext cx="2790503" cy="720000"/>
      </dsp:txXfrm>
    </dsp:sp>
    <dsp:sp modelId="{8D4F34C1-44EB-418A-B5E2-6D56B60CD47A}">
      <dsp:nvSpPr>
        <dsp:cNvPr id="0" name=""/>
        <dsp:cNvSpPr/>
      </dsp:nvSpPr>
      <dsp:spPr>
        <a:xfrm>
          <a:off x="4234152" y="679431"/>
          <a:ext cx="1255726" cy="12557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246CEB-E990-484F-85BE-84179FAEA604}">
      <dsp:nvSpPr>
        <dsp:cNvPr id="0" name=""/>
        <dsp:cNvSpPr/>
      </dsp:nvSpPr>
      <dsp:spPr>
        <a:xfrm>
          <a:off x="3466763" y="2283926"/>
          <a:ext cx="27905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Sign Up with Social Media accounts</a:t>
          </a:r>
        </a:p>
      </dsp:txBody>
      <dsp:txXfrm>
        <a:off x="3466763" y="2283926"/>
        <a:ext cx="2790503" cy="720000"/>
      </dsp:txXfrm>
    </dsp:sp>
    <dsp:sp modelId="{C698BF8C-D8C8-44C4-816D-5428F3347043}">
      <dsp:nvSpPr>
        <dsp:cNvPr id="0" name=""/>
        <dsp:cNvSpPr/>
      </dsp:nvSpPr>
      <dsp:spPr>
        <a:xfrm>
          <a:off x="7512994" y="679431"/>
          <a:ext cx="1255726" cy="12557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E5578A-FCEB-4B45-8687-1101F0422918}">
      <dsp:nvSpPr>
        <dsp:cNvPr id="0" name=""/>
        <dsp:cNvSpPr/>
      </dsp:nvSpPr>
      <dsp:spPr>
        <a:xfrm>
          <a:off x="6745605" y="2283926"/>
          <a:ext cx="279050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Tracking Product location</a:t>
          </a:r>
        </a:p>
      </dsp:txBody>
      <dsp:txXfrm>
        <a:off x="6745605" y="2283926"/>
        <a:ext cx="279050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A2487-876C-411A-ACFA-C809766C5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13D0D4-4E6A-46FA-962B-CD16E062F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37C21-D1D7-4205-A72F-2C45B8529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9AAAA-E1B9-4337-81AD-3662E6007829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31A8C-0213-47EC-8840-6A9CC8E40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9471D-3CB6-41C6-9302-A72B91570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9D69-3235-4F95-B01B-D8632EB1C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12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228E8-DB0D-4D09-9F66-AAF7ED05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C4EF3-D4D0-4C96-BE6A-95739520B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8638C7-0AAA-4D7D-BF8C-5E8BE1802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9AAAA-E1B9-4337-81AD-3662E6007829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8EB01-0584-4FB5-B980-CB8D7A26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C7498-3EC5-4BD2-B502-9FC15DDA8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9D69-3235-4F95-B01B-D8632EB1C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859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8E9C-CE89-4421-846D-238475B22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1EB50-A16D-412A-80A1-211829CDB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0FE6D-EE63-412D-8FD7-8E603340C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9AAAA-E1B9-4337-81AD-3662E6007829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02151-3641-4759-89CC-8D0645B23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907A6-C20B-4A04-81B9-5865607D1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9D69-3235-4F95-B01B-D8632EB1C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157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37F0A-85E9-4B0E-868D-97CA6383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C143F-5B03-4698-BCA6-E78DBF54B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09927-37D5-407E-8EE2-AD4A76FD9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62D35-959D-44FC-8177-24271A132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9AAAA-E1B9-4337-81AD-3662E6007829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78D8C-192A-489C-BCA0-097DB50E9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4203F-F06D-4515-B516-7FBDAB93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9D69-3235-4F95-B01B-D8632EB1C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82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3D07D-A5F7-4852-9885-0561CB7D0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BF765-DAE1-4D7B-9219-0FABEC4E6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BB6F5-B6AE-4863-8842-5B62F2F19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EC875C-2996-41A5-8F9D-53994CF81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C9AA8D-3431-47DB-BD4D-5B9612057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F86213-E9D8-49F8-95F0-684F0EDB2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9AAAA-E1B9-4337-81AD-3662E6007829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4EBF89-9DB7-48CB-8E3C-EE8DE1762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46D8D3-EA00-4AE3-8671-F51327A63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9D69-3235-4F95-B01B-D8632EB1C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003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17E4-59B1-49F7-B3E2-E58385FD8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75493-DC9D-493B-A48A-5EEBBA715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9AAAA-E1B9-4337-81AD-3662E6007829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0747D-E930-4794-A51E-6F226287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6EA6A6-AACC-49DB-86C5-0F1DE3F89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9D69-3235-4F95-B01B-D8632EB1C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EB2A20-67EA-4443-99D1-E8457DEC6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9AAAA-E1B9-4337-81AD-3662E6007829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6E024D-EB2D-4274-9B25-35A73FD92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12D3A-7B25-4314-B792-8097A7951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9D69-3235-4F95-B01B-D8632EB1C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45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20B8C-2759-4019-B9B1-31DEFD09F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46AC6-6FB4-4603-9AA9-F5CFCC2D0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52084-1AFA-4768-8C54-0236742FC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6CA1A-A77C-49C6-A6BB-0BA3E6ED3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9AAAA-E1B9-4337-81AD-3662E6007829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20134-E3AE-4751-9FA8-A2819120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FF7DE-C2D9-42F5-8C76-F25923636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9D69-3235-4F95-B01B-D8632EB1C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90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E088C-88C6-420B-A982-3EE092E2D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739367-9538-4A2F-AD67-B425DD1D43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3F483-6A02-48EE-9704-0ABE22813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AEBD6D-9EDF-49D2-8E19-9B6E859AA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9AAAA-E1B9-4337-81AD-3662E6007829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3B163-1F05-4A24-A5F5-B1CAA8F67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37C6F-1BFC-466D-82C8-53417579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9D69-3235-4F95-B01B-D8632EB1C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59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4E285-970A-4E5C-A7D3-A4DF20AE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307D6-40B1-4763-9333-7A1C596F2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0DCEB-8B4D-4FAF-8528-7EBF0967F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9AAAA-E1B9-4337-81AD-3662E6007829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DFC12-5BD7-4BE6-BCA2-B15E9E8E0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3350C-6ADC-443D-9D50-0F986C9A1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9D69-3235-4F95-B01B-D8632EB1C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927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04F0CF-D686-444D-945A-1A7A3F474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74BA33-DCB7-4049-B8C9-3C08B1DD0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450B5-2728-404E-9CC9-105B3C81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9AAAA-E1B9-4337-81AD-3662E6007829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DB786-BC3C-4035-A0A1-3DA54FEFF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E9232-5A6F-4831-AE75-3BE6BEA39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E9D69-3235-4F95-B01B-D8632EB1C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15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254CC3-CC60-4123-A348-673E5AEF4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35E41-3879-43CE-BCA4-656D90A58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D105B-1B64-42DB-95BD-BC8AA7B1A6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9AAAA-E1B9-4337-81AD-3662E6007829}" type="datetimeFigureOut">
              <a:rPr lang="en-US" smtClean="0"/>
              <a:t>12/9/2022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BD897-D7B8-461C-A9D7-9FD9A3CDE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E8706-9151-44D3-B731-0068D4F8D3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E9D69-3235-4F95-B01B-D8632EB1C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54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D25075-B483-4CC5-B4ED-B66AE04C3B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Healthy Store</a:t>
            </a:r>
            <a:endParaRPr lang="en-US" sz="48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48FD1-5766-4984-8112-1CCF3365A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 anchor="t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Presented By</a:t>
            </a:r>
          </a:p>
          <a:p>
            <a:pPr algn="l"/>
            <a:r>
              <a:rPr lang="en-US">
                <a:solidFill>
                  <a:srgbClr val="FFFFFF"/>
                </a:solidFill>
              </a:rPr>
              <a:t>K.P. Sai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 descr="Leaf">
            <a:extLst>
              <a:ext uri="{FF2B5EF4-FFF2-40B4-BE49-F238E27FC236}">
                <a16:creationId xmlns:a16="http://schemas.microsoft.com/office/drawing/2014/main" id="{D734B064-40D2-ABDC-06D6-62AA14BB5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1874" y="2108877"/>
            <a:ext cx="2654533" cy="265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6813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1D3383-EF00-4E90-B598-BDC152634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42" name="Content Placeholder 2">
            <a:extLst>
              <a:ext uri="{FF2B5EF4-FFF2-40B4-BE49-F238E27FC236}">
                <a16:creationId xmlns:a16="http://schemas.microsoft.com/office/drawing/2014/main" id="{84674218-643E-971A-34E4-D4335367ED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890783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0578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2C77F9-5092-4E76-8D14-AF0E42549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TECHNOLOGIES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1E0C31B-0246-E3CA-288E-3BF48A5595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33766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6021956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60D225-249E-4BE7-885B-801B2030A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USAGE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69408CA8-0951-D6BF-87B3-4CF10C2269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8616808"/>
              </p:ext>
            </p:extLst>
          </p:nvPr>
        </p:nvGraphicFramePr>
        <p:xfrm>
          <a:off x="1371599" y="2318197"/>
          <a:ext cx="9724031" cy="3683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3074135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45A093-5ECF-4731-AF66-800988B9A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FUTURE WORK</a:t>
            </a:r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8A08958E-09AA-F88D-B0ED-79C7C04A1D9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1599" y="2318197"/>
          <a:ext cx="9724031" cy="3683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0312907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D5E649-494F-43CA-9540-F19688C29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208" y="857251"/>
            <a:ext cx="4747280" cy="30980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rgbClr val="FFFFFF"/>
                </a:solidFill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82A3FCB8-FEA5-DE52-2E23-56E19A1EB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1874" y="2108877"/>
            <a:ext cx="2654533" cy="265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733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74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Algerian</vt:lpstr>
      <vt:lpstr>Arial</vt:lpstr>
      <vt:lpstr>Calibri</vt:lpstr>
      <vt:lpstr>Calibri Light</vt:lpstr>
      <vt:lpstr>Office Theme</vt:lpstr>
      <vt:lpstr>Healthy Store</vt:lpstr>
      <vt:lpstr>INTRODUCTION</vt:lpstr>
      <vt:lpstr>TECHNOLOGIES</vt:lpstr>
      <vt:lpstr>USAGE</vt:lpstr>
      <vt:lpstr>FUTURE WORK</vt:lpstr>
      <vt:lpstr>THANK YOU</vt:lpstr>
    </vt:vector>
  </TitlesOfParts>
  <Company>Entain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Healthy Store</dc:title>
  <dc:creator>PenchalaSai Kosuru</dc:creator>
  <cp:lastModifiedBy>PenchalaSai Kosuru</cp:lastModifiedBy>
  <cp:revision>8</cp:revision>
  <dcterms:created xsi:type="dcterms:W3CDTF">2022-12-08T09:01:45Z</dcterms:created>
  <dcterms:modified xsi:type="dcterms:W3CDTF">2022-12-09T04:59:01Z</dcterms:modified>
</cp:coreProperties>
</file>